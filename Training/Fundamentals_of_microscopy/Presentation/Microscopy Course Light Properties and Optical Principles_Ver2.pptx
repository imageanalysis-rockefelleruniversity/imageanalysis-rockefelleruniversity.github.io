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42"/>
  </p:notesMasterIdLst>
  <p:sldIdLst>
    <p:sldId id="256" r:id="rId2"/>
    <p:sldId id="345" r:id="rId3"/>
    <p:sldId id="382" r:id="rId4"/>
    <p:sldId id="388" r:id="rId5"/>
    <p:sldId id="353" r:id="rId6"/>
    <p:sldId id="357" r:id="rId7"/>
    <p:sldId id="348" r:id="rId8"/>
    <p:sldId id="396" r:id="rId9"/>
    <p:sldId id="359" r:id="rId10"/>
    <p:sldId id="352" r:id="rId11"/>
    <p:sldId id="392" r:id="rId12"/>
    <p:sldId id="355" r:id="rId13"/>
    <p:sldId id="362" r:id="rId14"/>
    <p:sldId id="356" r:id="rId15"/>
    <p:sldId id="393" r:id="rId16"/>
    <p:sldId id="360" r:id="rId17"/>
    <p:sldId id="361" r:id="rId18"/>
    <p:sldId id="389" r:id="rId19"/>
    <p:sldId id="403" r:id="rId20"/>
    <p:sldId id="385" r:id="rId21"/>
    <p:sldId id="400" r:id="rId22"/>
    <p:sldId id="397" r:id="rId23"/>
    <p:sldId id="401" r:id="rId24"/>
    <p:sldId id="374" r:id="rId25"/>
    <p:sldId id="404" r:id="rId26"/>
    <p:sldId id="372" r:id="rId27"/>
    <p:sldId id="375" r:id="rId28"/>
    <p:sldId id="373" r:id="rId29"/>
    <p:sldId id="378" r:id="rId30"/>
    <p:sldId id="365" r:id="rId31"/>
    <p:sldId id="398" r:id="rId32"/>
    <p:sldId id="370" r:id="rId33"/>
    <p:sldId id="367" r:id="rId34"/>
    <p:sldId id="368" r:id="rId35"/>
    <p:sldId id="369" r:id="rId36"/>
    <p:sldId id="371" r:id="rId37"/>
    <p:sldId id="399" r:id="rId38"/>
    <p:sldId id="380" r:id="rId39"/>
    <p:sldId id="387" r:id="rId40"/>
    <p:sldId id="402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27F559-0B3C-4009-B3C6-9D88D3107682}" v="2699" dt="2026-03-25T16:40:54.2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18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-6" y="-18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hzad Khajavi" userId="91f07ca7-1fc8-4164-be9a-722dcaccfc6b" providerId="ADAL" clId="{ED6694FD-2C1E-4B1C-BFD4-42BDC280E96F}"/>
    <pc:docChg chg="undo redo custSel addSld delSld modSld sldOrd addMainMaster delMainMaster modMainMaster">
      <pc:chgData name="Behzad Khajavi" userId="91f07ca7-1fc8-4164-be9a-722dcaccfc6b" providerId="ADAL" clId="{ED6694FD-2C1E-4B1C-BFD4-42BDC280E96F}" dt="2026-03-25T16:40:54.242" v="23450"/>
      <pc:docMkLst>
        <pc:docMk/>
      </pc:docMkLst>
      <pc:sldChg chg="modSp mod">
        <pc:chgData name="Behzad Khajavi" userId="91f07ca7-1fc8-4164-be9a-722dcaccfc6b" providerId="ADAL" clId="{ED6694FD-2C1E-4B1C-BFD4-42BDC280E96F}" dt="2026-03-23T19:37:32.670" v="14205" actId="20577"/>
        <pc:sldMkLst>
          <pc:docMk/>
          <pc:sldMk cId="1621815761" sldId="256"/>
        </pc:sldMkLst>
        <pc:spChg chg="mod">
          <ac:chgData name="Behzad Khajavi" userId="91f07ca7-1fc8-4164-be9a-722dcaccfc6b" providerId="ADAL" clId="{ED6694FD-2C1E-4B1C-BFD4-42BDC280E96F}" dt="2026-03-23T19:37:32.670" v="14205" actId="20577"/>
          <ac:spMkLst>
            <pc:docMk/>
            <pc:sldMk cId="1621815761" sldId="256"/>
            <ac:spMk id="6" creationId="{60F7B253-7557-0CF3-30F8-63518EC9BA78}"/>
          </ac:spMkLst>
        </pc:spChg>
      </pc:sldChg>
      <pc:sldChg chg="del ord">
        <pc:chgData name="Behzad Khajavi" userId="91f07ca7-1fc8-4164-be9a-722dcaccfc6b" providerId="ADAL" clId="{ED6694FD-2C1E-4B1C-BFD4-42BDC280E96F}" dt="2026-03-24T18:21:35.494" v="20663" actId="47"/>
        <pc:sldMkLst>
          <pc:docMk/>
          <pc:sldMk cId="944325017" sldId="344"/>
        </pc:sldMkLst>
      </pc:sldChg>
      <pc:sldChg chg="addSp delSp modSp new mod ord chgLayout">
        <pc:chgData name="Behzad Khajavi" userId="91f07ca7-1fc8-4164-be9a-722dcaccfc6b" providerId="ADAL" clId="{ED6694FD-2C1E-4B1C-BFD4-42BDC280E96F}" dt="2026-03-24T20:01:05.497" v="21005" actId="20577"/>
        <pc:sldMkLst>
          <pc:docMk/>
          <pc:sldMk cId="363861581" sldId="345"/>
        </pc:sldMkLst>
        <pc:spChg chg="mod ord">
          <ac:chgData name="Behzad Khajavi" userId="91f07ca7-1fc8-4164-be9a-722dcaccfc6b" providerId="ADAL" clId="{ED6694FD-2C1E-4B1C-BFD4-42BDC280E96F}" dt="2026-03-23T22:43:32.660" v="14381" actId="6264"/>
          <ac:spMkLst>
            <pc:docMk/>
            <pc:sldMk cId="363861581" sldId="345"/>
            <ac:spMk id="2" creationId="{8450C260-BDDD-30E5-0ADC-656D0BB170CF}"/>
          </ac:spMkLst>
        </pc:spChg>
        <pc:spChg chg="mod ord">
          <ac:chgData name="Behzad Khajavi" userId="91f07ca7-1fc8-4164-be9a-722dcaccfc6b" providerId="ADAL" clId="{ED6694FD-2C1E-4B1C-BFD4-42BDC280E96F}" dt="2026-03-23T22:43:32.660" v="14381" actId="6264"/>
          <ac:spMkLst>
            <pc:docMk/>
            <pc:sldMk cId="363861581" sldId="345"/>
            <ac:spMk id="3" creationId="{86CA1492-31F7-ACBB-9254-EF2CC289AA76}"/>
          </ac:spMkLst>
        </pc:spChg>
        <pc:spChg chg="mod ord">
          <ac:chgData name="Behzad Khajavi" userId="91f07ca7-1fc8-4164-be9a-722dcaccfc6b" providerId="ADAL" clId="{ED6694FD-2C1E-4B1C-BFD4-42BDC280E96F}" dt="2026-03-23T22:43:32.660" v="14381" actId="6264"/>
          <ac:spMkLst>
            <pc:docMk/>
            <pc:sldMk cId="363861581" sldId="345"/>
            <ac:spMk id="4" creationId="{FCA3B0CB-995C-754F-9CDB-DD8D398690D6}"/>
          </ac:spMkLst>
        </pc:spChg>
        <pc:spChg chg="add mod">
          <ac:chgData name="Behzad Khajavi" userId="91f07ca7-1fc8-4164-be9a-722dcaccfc6b" providerId="ADAL" clId="{ED6694FD-2C1E-4B1C-BFD4-42BDC280E96F}" dt="2026-03-24T20:00:26.146" v="21001" actId="255"/>
          <ac:spMkLst>
            <pc:docMk/>
            <pc:sldMk cId="363861581" sldId="345"/>
            <ac:spMk id="6" creationId="{10408489-28EE-D146-00A9-4AE9F90AE728}"/>
          </ac:spMkLst>
        </pc:spChg>
        <pc:spChg chg="mod">
          <ac:chgData name="Behzad Khajavi" userId="91f07ca7-1fc8-4164-be9a-722dcaccfc6b" providerId="ADAL" clId="{ED6694FD-2C1E-4B1C-BFD4-42BDC280E96F}" dt="2026-03-24T20:01:05.497" v="21005" actId="20577"/>
          <ac:spMkLst>
            <pc:docMk/>
            <pc:sldMk cId="363861581" sldId="345"/>
            <ac:spMk id="8" creationId="{4F661725-16D5-7001-CA72-F1004752A674}"/>
          </ac:spMkLst>
        </pc:spChg>
      </pc:sldChg>
      <pc:sldChg chg="addSp modSp new del mod ord">
        <pc:chgData name="Behzad Khajavi" userId="91f07ca7-1fc8-4164-be9a-722dcaccfc6b" providerId="ADAL" clId="{ED6694FD-2C1E-4B1C-BFD4-42BDC280E96F}" dt="2026-03-24T18:21:51.098" v="20666" actId="47"/>
        <pc:sldMkLst>
          <pc:docMk/>
          <pc:sldMk cId="2519872078" sldId="346"/>
        </pc:sldMkLst>
      </pc:sldChg>
      <pc:sldChg chg="addSp modSp add del mod ord">
        <pc:chgData name="Behzad Khajavi" userId="91f07ca7-1fc8-4164-be9a-722dcaccfc6b" providerId="ADAL" clId="{ED6694FD-2C1E-4B1C-BFD4-42BDC280E96F}" dt="2026-03-24T18:21:56.205" v="20668" actId="47"/>
        <pc:sldMkLst>
          <pc:docMk/>
          <pc:sldMk cId="128577029" sldId="347"/>
        </pc:sldMkLst>
      </pc:sldChg>
      <pc:sldChg chg="addSp delSp modSp add mod ord modAnim">
        <pc:chgData name="Behzad Khajavi" userId="91f07ca7-1fc8-4164-be9a-722dcaccfc6b" providerId="ADAL" clId="{ED6694FD-2C1E-4B1C-BFD4-42BDC280E96F}" dt="2026-03-24T03:29:48.452" v="17976" actId="255"/>
        <pc:sldMkLst>
          <pc:docMk/>
          <pc:sldMk cId="757846360" sldId="348"/>
        </pc:sldMkLst>
        <pc:spChg chg="add mod">
          <ac:chgData name="Behzad Khajavi" userId="91f07ca7-1fc8-4164-be9a-722dcaccfc6b" providerId="ADAL" clId="{ED6694FD-2C1E-4B1C-BFD4-42BDC280E96F}" dt="2026-03-17T02:14:29.271" v="10701" actId="1037"/>
          <ac:spMkLst>
            <pc:docMk/>
            <pc:sldMk cId="757846360" sldId="348"/>
            <ac:spMk id="5" creationId="{D81E3C4A-BF49-497D-31DE-DCADC7936EE4}"/>
          </ac:spMkLst>
        </pc:spChg>
        <pc:spChg chg="add mod">
          <ac:chgData name="Behzad Khajavi" userId="91f07ca7-1fc8-4164-be9a-722dcaccfc6b" providerId="ADAL" clId="{ED6694FD-2C1E-4B1C-BFD4-42BDC280E96F}" dt="2026-03-24T03:29:48.452" v="17976" actId="255"/>
          <ac:spMkLst>
            <pc:docMk/>
            <pc:sldMk cId="757846360" sldId="348"/>
            <ac:spMk id="8" creationId="{513E45BB-53BA-E26E-AF1D-AE94463839B0}"/>
          </ac:spMkLst>
        </pc:spChg>
        <pc:spChg chg="add mod">
          <ac:chgData name="Behzad Khajavi" userId="91f07ca7-1fc8-4164-be9a-722dcaccfc6b" providerId="ADAL" clId="{ED6694FD-2C1E-4B1C-BFD4-42BDC280E96F}" dt="2026-03-17T02:14:47.174" v="10704" actId="164"/>
          <ac:spMkLst>
            <pc:docMk/>
            <pc:sldMk cId="757846360" sldId="348"/>
            <ac:spMk id="10" creationId="{B7E07587-1CA5-E494-85CB-EC3089DACB56}"/>
          </ac:spMkLst>
        </pc:spChg>
        <pc:grpChg chg="add mod">
          <ac:chgData name="Behzad Khajavi" userId="91f07ca7-1fc8-4164-be9a-722dcaccfc6b" providerId="ADAL" clId="{ED6694FD-2C1E-4B1C-BFD4-42BDC280E96F}" dt="2026-03-17T02:14:53.236" v="10719" actId="1036"/>
          <ac:grpSpMkLst>
            <pc:docMk/>
            <pc:sldMk cId="757846360" sldId="348"/>
            <ac:grpSpMk id="7" creationId="{3BDD042A-0147-3709-951E-2BD0F5B1756D}"/>
          </ac:grpSpMkLst>
        </pc:grpChg>
        <pc:picChg chg="add mod modCrop">
          <ac:chgData name="Behzad Khajavi" userId="91f07ca7-1fc8-4164-be9a-722dcaccfc6b" providerId="ADAL" clId="{ED6694FD-2C1E-4B1C-BFD4-42BDC280E96F}" dt="2026-03-17T02:14:47.174" v="10704" actId="164"/>
          <ac:picMkLst>
            <pc:docMk/>
            <pc:sldMk cId="757846360" sldId="348"/>
            <ac:picMk id="6" creationId="{73550E3D-BA21-5C50-A638-F37DBE769340}"/>
          </ac:picMkLst>
        </pc:picChg>
      </pc:sldChg>
      <pc:sldChg chg="addSp modSp add del ord">
        <pc:chgData name="Behzad Khajavi" userId="91f07ca7-1fc8-4164-be9a-722dcaccfc6b" providerId="ADAL" clId="{ED6694FD-2C1E-4B1C-BFD4-42BDC280E96F}" dt="2026-03-24T18:21:53.551" v="20667" actId="47"/>
        <pc:sldMkLst>
          <pc:docMk/>
          <pc:sldMk cId="4091326943" sldId="350"/>
        </pc:sldMkLst>
      </pc:sldChg>
      <pc:sldChg chg="addSp delSp modSp add mod ord addAnim delAnim modAnim">
        <pc:chgData name="Behzad Khajavi" userId="91f07ca7-1fc8-4164-be9a-722dcaccfc6b" providerId="ADAL" clId="{ED6694FD-2C1E-4B1C-BFD4-42BDC280E96F}" dt="2026-03-25T15:25:51.390" v="23027" actId="1037"/>
        <pc:sldMkLst>
          <pc:docMk/>
          <pc:sldMk cId="1878757481" sldId="352"/>
        </pc:sldMkLst>
        <pc:spChg chg="add mod">
          <ac:chgData name="Behzad Khajavi" userId="91f07ca7-1fc8-4164-be9a-722dcaccfc6b" providerId="ADAL" clId="{ED6694FD-2C1E-4B1C-BFD4-42BDC280E96F}" dt="2026-03-24T03:30:31.669" v="18002" actId="1038"/>
          <ac:spMkLst>
            <pc:docMk/>
            <pc:sldMk cId="1878757481" sldId="352"/>
            <ac:spMk id="5" creationId="{802A3931-F61D-9FA4-D9B6-CAF322D5D519}"/>
          </ac:spMkLst>
        </pc:spChg>
        <pc:spChg chg="add del mod">
          <ac:chgData name="Behzad Khajavi" userId="91f07ca7-1fc8-4164-be9a-722dcaccfc6b" providerId="ADAL" clId="{ED6694FD-2C1E-4B1C-BFD4-42BDC280E96F}" dt="2026-03-24T03:26:55.985" v="17847" actId="21"/>
          <ac:spMkLst>
            <pc:docMk/>
            <pc:sldMk cId="1878757481" sldId="352"/>
            <ac:spMk id="6" creationId="{1F5D0247-4567-F1AD-074D-89DECF77C1A6}"/>
          </ac:spMkLst>
        </pc:spChg>
        <pc:spChg chg="add del mod topLvl">
          <ac:chgData name="Behzad Khajavi" userId="91f07ca7-1fc8-4164-be9a-722dcaccfc6b" providerId="ADAL" clId="{ED6694FD-2C1E-4B1C-BFD4-42BDC280E96F}" dt="2026-03-25T15:11:58.021" v="22639" actId="478"/>
          <ac:spMkLst>
            <pc:docMk/>
            <pc:sldMk cId="1878757481" sldId="352"/>
            <ac:spMk id="8" creationId="{AEAE4D22-3D0F-ACCC-5FA8-F263AB456092}"/>
          </ac:spMkLst>
        </pc:spChg>
        <pc:spChg chg="add del mod ord topLvl">
          <ac:chgData name="Behzad Khajavi" userId="91f07ca7-1fc8-4164-be9a-722dcaccfc6b" providerId="ADAL" clId="{ED6694FD-2C1E-4B1C-BFD4-42BDC280E96F}" dt="2026-03-24T03:20:32.703" v="17566" actId="478"/>
          <ac:spMkLst>
            <pc:docMk/>
            <pc:sldMk cId="1878757481" sldId="352"/>
            <ac:spMk id="9" creationId="{0F5D81CA-FE23-FB1E-4CCB-60C672E7F5EA}"/>
          </ac:spMkLst>
        </pc:spChg>
        <pc:spChg chg="add mod">
          <ac:chgData name="Behzad Khajavi" userId="91f07ca7-1fc8-4164-be9a-722dcaccfc6b" providerId="ADAL" clId="{ED6694FD-2C1E-4B1C-BFD4-42BDC280E96F}" dt="2026-03-25T15:22:05.781" v="22995" actId="164"/>
          <ac:spMkLst>
            <pc:docMk/>
            <pc:sldMk cId="1878757481" sldId="352"/>
            <ac:spMk id="10" creationId="{182D8AAE-C73B-614F-5D62-C3954043C141}"/>
          </ac:spMkLst>
        </pc:spChg>
        <pc:spChg chg="add mod">
          <ac:chgData name="Behzad Khajavi" userId="91f07ca7-1fc8-4164-be9a-722dcaccfc6b" providerId="ADAL" clId="{ED6694FD-2C1E-4B1C-BFD4-42BDC280E96F}" dt="2026-03-25T15:22:13.437" v="22996" actId="164"/>
          <ac:spMkLst>
            <pc:docMk/>
            <pc:sldMk cId="1878757481" sldId="352"/>
            <ac:spMk id="11" creationId="{08947AC3-E8E1-B375-A645-39CF8B5B2C2D}"/>
          </ac:spMkLst>
        </pc:spChg>
        <pc:spChg chg="add mod">
          <ac:chgData name="Behzad Khajavi" userId="91f07ca7-1fc8-4164-be9a-722dcaccfc6b" providerId="ADAL" clId="{ED6694FD-2C1E-4B1C-BFD4-42BDC280E96F}" dt="2026-03-25T15:19:30.682" v="22994" actId="14100"/>
          <ac:spMkLst>
            <pc:docMk/>
            <pc:sldMk cId="1878757481" sldId="352"/>
            <ac:spMk id="12" creationId="{45818BBA-8E0D-9E98-EC8D-472066B71F57}"/>
          </ac:spMkLst>
        </pc:spChg>
        <pc:spChg chg="add mod">
          <ac:chgData name="Behzad Khajavi" userId="91f07ca7-1fc8-4164-be9a-722dcaccfc6b" providerId="ADAL" clId="{ED6694FD-2C1E-4B1C-BFD4-42BDC280E96F}" dt="2026-03-25T15:22:13.437" v="22996" actId="164"/>
          <ac:spMkLst>
            <pc:docMk/>
            <pc:sldMk cId="1878757481" sldId="352"/>
            <ac:spMk id="14" creationId="{5485D548-7482-2055-3204-FF6A21708BC5}"/>
          </ac:spMkLst>
        </pc:spChg>
        <pc:spChg chg="add del mod">
          <ac:chgData name="Behzad Khajavi" userId="91f07ca7-1fc8-4164-be9a-722dcaccfc6b" providerId="ADAL" clId="{ED6694FD-2C1E-4B1C-BFD4-42BDC280E96F}" dt="2026-03-25T15:05:12.712" v="22526" actId="478"/>
          <ac:spMkLst>
            <pc:docMk/>
            <pc:sldMk cId="1878757481" sldId="352"/>
            <ac:spMk id="15" creationId="{F7FEBA94-AFCE-CAEC-8B52-3BB2E585E39E}"/>
          </ac:spMkLst>
        </pc:spChg>
        <pc:spChg chg="add mod topLvl">
          <ac:chgData name="Behzad Khajavi" userId="91f07ca7-1fc8-4164-be9a-722dcaccfc6b" providerId="ADAL" clId="{ED6694FD-2C1E-4B1C-BFD4-42BDC280E96F}" dt="2026-03-25T15:22:05.781" v="22995" actId="164"/>
          <ac:spMkLst>
            <pc:docMk/>
            <pc:sldMk cId="1878757481" sldId="352"/>
            <ac:spMk id="16" creationId="{2211EE07-8C69-E4D2-D7C5-E76DC0403837}"/>
          </ac:spMkLst>
        </pc:spChg>
        <pc:spChg chg="add del mod ord topLvl">
          <ac:chgData name="Behzad Khajavi" userId="91f07ca7-1fc8-4164-be9a-722dcaccfc6b" providerId="ADAL" clId="{ED6694FD-2C1E-4B1C-BFD4-42BDC280E96F}" dt="2026-03-24T03:23:12.894" v="17752" actId="478"/>
          <ac:spMkLst>
            <pc:docMk/>
            <pc:sldMk cId="1878757481" sldId="352"/>
            <ac:spMk id="17" creationId="{D6225BE5-2C89-F3E5-878C-3E179829EDA7}"/>
          </ac:spMkLst>
        </pc:spChg>
        <pc:spChg chg="add mod">
          <ac:chgData name="Behzad Khajavi" userId="91f07ca7-1fc8-4164-be9a-722dcaccfc6b" providerId="ADAL" clId="{ED6694FD-2C1E-4B1C-BFD4-42BDC280E96F}" dt="2026-03-25T15:15:33.802" v="22816" actId="164"/>
          <ac:spMkLst>
            <pc:docMk/>
            <pc:sldMk cId="1878757481" sldId="352"/>
            <ac:spMk id="18" creationId="{0D02D70A-8E19-E354-2E8D-F8B308C7E0DB}"/>
          </ac:spMkLst>
        </pc:spChg>
        <pc:spChg chg="add mod topLvl">
          <ac:chgData name="Behzad Khajavi" userId="91f07ca7-1fc8-4164-be9a-722dcaccfc6b" providerId="ADAL" clId="{ED6694FD-2C1E-4B1C-BFD4-42BDC280E96F}" dt="2026-03-25T15:25:32.773" v="23010" actId="14100"/>
          <ac:spMkLst>
            <pc:docMk/>
            <pc:sldMk cId="1878757481" sldId="352"/>
            <ac:spMk id="19" creationId="{DF9A07EF-B76D-1D9E-DDB6-C1C726651DA2}"/>
          </ac:spMkLst>
        </pc:spChg>
        <pc:spChg chg="add mod">
          <ac:chgData name="Behzad Khajavi" userId="91f07ca7-1fc8-4164-be9a-722dcaccfc6b" providerId="ADAL" clId="{ED6694FD-2C1E-4B1C-BFD4-42BDC280E96F}" dt="2026-03-25T15:16:02.428" v="22831" actId="1036"/>
          <ac:spMkLst>
            <pc:docMk/>
            <pc:sldMk cId="1878757481" sldId="352"/>
            <ac:spMk id="20" creationId="{58383F9F-8CC9-5A18-F223-E03B75E855B1}"/>
          </ac:spMkLst>
        </pc:spChg>
        <pc:spChg chg="add mod">
          <ac:chgData name="Behzad Khajavi" userId="91f07ca7-1fc8-4164-be9a-722dcaccfc6b" providerId="ADAL" clId="{ED6694FD-2C1E-4B1C-BFD4-42BDC280E96F}" dt="2026-03-25T15:15:12.445" v="22808" actId="164"/>
          <ac:spMkLst>
            <pc:docMk/>
            <pc:sldMk cId="1878757481" sldId="352"/>
            <ac:spMk id="21" creationId="{C646B2E1-8A83-B2ED-D5D2-0DBD1B8CF0B5}"/>
          </ac:spMkLst>
        </pc:spChg>
        <pc:spChg chg="add mod">
          <ac:chgData name="Behzad Khajavi" userId="91f07ca7-1fc8-4164-be9a-722dcaccfc6b" providerId="ADAL" clId="{ED6694FD-2C1E-4B1C-BFD4-42BDC280E96F}" dt="2026-03-25T15:15:18.970" v="22814" actId="1035"/>
          <ac:spMkLst>
            <pc:docMk/>
            <pc:sldMk cId="1878757481" sldId="352"/>
            <ac:spMk id="22" creationId="{E62CCA5A-8286-11B3-1D8F-32265CDC2F37}"/>
          </ac:spMkLst>
        </pc:spChg>
        <pc:spChg chg="add mod">
          <ac:chgData name="Behzad Khajavi" userId="91f07ca7-1fc8-4164-be9a-722dcaccfc6b" providerId="ADAL" clId="{ED6694FD-2C1E-4B1C-BFD4-42BDC280E96F}" dt="2026-03-25T15:25:32.773" v="23010" actId="14100"/>
          <ac:spMkLst>
            <pc:docMk/>
            <pc:sldMk cId="1878757481" sldId="352"/>
            <ac:spMk id="26" creationId="{1CF83350-9A90-D668-2BCA-1F12B39556D4}"/>
          </ac:spMkLst>
        </pc:spChg>
        <pc:spChg chg="add mod">
          <ac:chgData name="Behzad Khajavi" userId="91f07ca7-1fc8-4164-be9a-722dcaccfc6b" providerId="ADAL" clId="{ED6694FD-2C1E-4B1C-BFD4-42BDC280E96F}" dt="2026-03-25T15:25:32.773" v="23010" actId="14100"/>
          <ac:spMkLst>
            <pc:docMk/>
            <pc:sldMk cId="1878757481" sldId="352"/>
            <ac:spMk id="27" creationId="{3C89C9F6-1DD8-7C1C-92B8-B0E3059D17C2}"/>
          </ac:spMkLst>
        </pc:spChg>
        <pc:grpChg chg="add del mod">
          <ac:chgData name="Behzad Khajavi" userId="91f07ca7-1fc8-4164-be9a-722dcaccfc6b" providerId="ADAL" clId="{ED6694FD-2C1E-4B1C-BFD4-42BDC280E96F}" dt="2026-03-24T03:16:32.362" v="17490" actId="165"/>
          <ac:grpSpMkLst>
            <pc:docMk/>
            <pc:sldMk cId="1878757481" sldId="352"/>
            <ac:grpSpMk id="7" creationId="{8DCBFF45-C4B2-526C-8D70-73688F7D2326}"/>
          </ac:grpSpMkLst>
        </pc:grpChg>
        <pc:grpChg chg="add mod">
          <ac:chgData name="Behzad Khajavi" userId="91f07ca7-1fc8-4164-be9a-722dcaccfc6b" providerId="ADAL" clId="{ED6694FD-2C1E-4B1C-BFD4-42BDC280E96F}" dt="2026-03-25T15:25:51.390" v="23027" actId="1037"/>
          <ac:grpSpMkLst>
            <pc:docMk/>
            <pc:sldMk cId="1878757481" sldId="352"/>
            <ac:grpSpMk id="23" creationId="{1DD66FFE-0F77-5252-4D77-B6A73844C17B}"/>
          </ac:grpSpMkLst>
        </pc:grpChg>
        <pc:grpChg chg="add mod">
          <ac:chgData name="Behzad Khajavi" userId="91f07ca7-1fc8-4164-be9a-722dcaccfc6b" providerId="ADAL" clId="{ED6694FD-2C1E-4B1C-BFD4-42BDC280E96F}" dt="2026-03-25T15:25:51.390" v="23027" actId="1037"/>
          <ac:grpSpMkLst>
            <pc:docMk/>
            <pc:sldMk cId="1878757481" sldId="352"/>
            <ac:grpSpMk id="24" creationId="{39B0649E-BE5B-E914-25BF-83C27FD76363}"/>
          </ac:grpSpMkLst>
        </pc:grpChg>
        <pc:grpChg chg="add mod">
          <ac:chgData name="Behzad Khajavi" userId="91f07ca7-1fc8-4164-be9a-722dcaccfc6b" providerId="ADAL" clId="{ED6694FD-2C1E-4B1C-BFD4-42BDC280E96F}" dt="2026-03-25T15:25:32.773" v="23010" actId="14100"/>
          <ac:grpSpMkLst>
            <pc:docMk/>
            <pc:sldMk cId="1878757481" sldId="352"/>
            <ac:grpSpMk id="28" creationId="{A8CD3897-45EF-94FC-341D-00928C858DD1}"/>
          </ac:grpSpMkLst>
        </pc:grpChg>
        <pc:grpChg chg="add mod">
          <ac:chgData name="Behzad Khajavi" userId="91f07ca7-1fc8-4164-be9a-722dcaccfc6b" providerId="ADAL" clId="{ED6694FD-2C1E-4B1C-BFD4-42BDC280E96F}" dt="2026-03-25T15:22:05.781" v="22995" actId="164"/>
          <ac:grpSpMkLst>
            <pc:docMk/>
            <pc:sldMk cId="1878757481" sldId="352"/>
            <ac:grpSpMk id="29" creationId="{DFC52122-1C33-8E58-CAC4-6487A0713DC3}"/>
          </ac:grpSpMkLst>
        </pc:grpChg>
        <pc:grpChg chg="add mod">
          <ac:chgData name="Behzad Khajavi" userId="91f07ca7-1fc8-4164-be9a-722dcaccfc6b" providerId="ADAL" clId="{ED6694FD-2C1E-4B1C-BFD4-42BDC280E96F}" dt="2026-03-25T15:22:13.437" v="22996" actId="164"/>
          <ac:grpSpMkLst>
            <pc:docMk/>
            <pc:sldMk cId="1878757481" sldId="352"/>
            <ac:grpSpMk id="30" creationId="{EAFB3F83-4A3C-6461-A3DE-CCDC5DE8D120}"/>
          </ac:grpSpMkLst>
        </pc:grpChg>
        <pc:grpChg chg="add mod">
          <ac:chgData name="Behzad Khajavi" userId="91f07ca7-1fc8-4164-be9a-722dcaccfc6b" providerId="ADAL" clId="{ED6694FD-2C1E-4B1C-BFD4-42BDC280E96F}" dt="2026-03-25T15:25:32.773" v="23010" actId="14100"/>
          <ac:grpSpMkLst>
            <pc:docMk/>
            <pc:sldMk cId="1878757481" sldId="352"/>
            <ac:grpSpMk id="31" creationId="{184F7D58-D6BD-99F5-2BDF-992A74AB912E}"/>
          </ac:grpSpMkLst>
        </pc:grpChg>
        <pc:picChg chg="add del mod topLvl">
          <ac:chgData name="Behzad Khajavi" userId="91f07ca7-1fc8-4164-be9a-722dcaccfc6b" providerId="ADAL" clId="{ED6694FD-2C1E-4B1C-BFD4-42BDC280E96F}" dt="2026-03-25T15:11:27.177" v="22635" actId="478"/>
          <ac:picMkLst>
            <pc:docMk/>
            <pc:sldMk cId="1878757481" sldId="352"/>
            <ac:picMk id="3074" creationId="{5A6BF01C-13AF-3EDD-655E-0A9422BBA9B7}"/>
          </ac:picMkLst>
        </pc:picChg>
        <pc:picChg chg="add mod topLvl">
          <ac:chgData name="Behzad Khajavi" userId="91f07ca7-1fc8-4164-be9a-722dcaccfc6b" providerId="ADAL" clId="{ED6694FD-2C1E-4B1C-BFD4-42BDC280E96F}" dt="2026-03-25T15:25:32.773" v="23010" actId="14100"/>
          <ac:picMkLst>
            <pc:docMk/>
            <pc:sldMk cId="1878757481" sldId="352"/>
            <ac:picMk id="3076" creationId="{F3646E2D-2F32-E281-9F62-1F8610210B87}"/>
          </ac:picMkLst>
        </pc:picChg>
        <pc:picChg chg="add mod">
          <ac:chgData name="Behzad Khajavi" userId="91f07ca7-1fc8-4164-be9a-722dcaccfc6b" providerId="ADAL" clId="{ED6694FD-2C1E-4B1C-BFD4-42BDC280E96F}" dt="2026-03-25T15:22:13.437" v="22996" actId="164"/>
          <ac:picMkLst>
            <pc:docMk/>
            <pc:sldMk cId="1878757481" sldId="352"/>
            <ac:picMk id="3078" creationId="{A990446F-6E32-2997-2163-A7B8D50F7A9B}"/>
          </ac:picMkLst>
        </pc:picChg>
        <pc:picChg chg="add mod topLvl">
          <ac:chgData name="Behzad Khajavi" userId="91f07ca7-1fc8-4164-be9a-722dcaccfc6b" providerId="ADAL" clId="{ED6694FD-2C1E-4B1C-BFD4-42BDC280E96F}" dt="2026-03-25T15:22:05.781" v="22995" actId="164"/>
          <ac:picMkLst>
            <pc:docMk/>
            <pc:sldMk cId="1878757481" sldId="352"/>
            <ac:picMk id="3080" creationId="{D16B67E5-D774-A40F-31E0-E1B9778077BB}"/>
          </ac:picMkLst>
        </pc:picChg>
      </pc:sldChg>
      <pc:sldChg chg="addSp delSp modSp add mod modAnim">
        <pc:chgData name="Behzad Khajavi" userId="91f07ca7-1fc8-4164-be9a-722dcaccfc6b" providerId="ADAL" clId="{ED6694FD-2C1E-4B1C-BFD4-42BDC280E96F}" dt="2026-03-24T14:18:25.379" v="19806"/>
        <pc:sldMkLst>
          <pc:docMk/>
          <pc:sldMk cId="4001031125" sldId="353"/>
        </pc:sldMkLst>
        <pc:spChg chg="add mod">
          <ac:chgData name="Behzad Khajavi" userId="91f07ca7-1fc8-4164-be9a-722dcaccfc6b" providerId="ADAL" clId="{ED6694FD-2C1E-4B1C-BFD4-42BDC280E96F}" dt="2026-03-24T03:29:29.582" v="17974" actId="255"/>
          <ac:spMkLst>
            <pc:docMk/>
            <pc:sldMk cId="4001031125" sldId="353"/>
            <ac:spMk id="5" creationId="{5C5691F8-3281-709F-F4F0-5565F0C742F7}"/>
          </ac:spMkLst>
        </pc:spChg>
        <pc:spChg chg="add mod">
          <ac:chgData name="Behzad Khajavi" userId="91f07ca7-1fc8-4164-be9a-722dcaccfc6b" providerId="ADAL" clId="{ED6694FD-2C1E-4B1C-BFD4-42BDC280E96F}" dt="2026-03-17T16:22:16.219" v="13527" actId="1036"/>
          <ac:spMkLst>
            <pc:docMk/>
            <pc:sldMk cId="4001031125" sldId="353"/>
            <ac:spMk id="11" creationId="{7FBE0745-31E7-F2EA-740F-B295BC51F41B}"/>
          </ac:spMkLst>
        </pc:spChg>
        <pc:spChg chg="add mod ord">
          <ac:chgData name="Behzad Khajavi" userId="91f07ca7-1fc8-4164-be9a-722dcaccfc6b" providerId="ADAL" clId="{ED6694FD-2C1E-4B1C-BFD4-42BDC280E96F}" dt="2026-03-17T16:22:16.219" v="13527" actId="1036"/>
          <ac:spMkLst>
            <pc:docMk/>
            <pc:sldMk cId="4001031125" sldId="353"/>
            <ac:spMk id="14" creationId="{414500B5-E467-A14C-7318-683FFF4D37A2}"/>
          </ac:spMkLst>
        </pc:spChg>
        <pc:spChg chg="add mod ord">
          <ac:chgData name="Behzad Khajavi" userId="91f07ca7-1fc8-4164-be9a-722dcaccfc6b" providerId="ADAL" clId="{ED6694FD-2C1E-4B1C-BFD4-42BDC280E96F}" dt="2026-03-17T16:22:16.219" v="13527" actId="1036"/>
          <ac:spMkLst>
            <pc:docMk/>
            <pc:sldMk cId="4001031125" sldId="353"/>
            <ac:spMk id="16" creationId="{18C2840F-F3E0-2E27-6252-177CAF189603}"/>
          </ac:spMkLst>
        </pc:spChg>
        <pc:spChg chg="add mod">
          <ac:chgData name="Behzad Khajavi" userId="91f07ca7-1fc8-4164-be9a-722dcaccfc6b" providerId="ADAL" clId="{ED6694FD-2C1E-4B1C-BFD4-42BDC280E96F}" dt="2026-03-17T16:22:16.219" v="13527" actId="1036"/>
          <ac:spMkLst>
            <pc:docMk/>
            <pc:sldMk cId="4001031125" sldId="353"/>
            <ac:spMk id="18" creationId="{97868B01-A648-D2EE-249F-46F5BF9B69BC}"/>
          </ac:spMkLst>
        </pc:spChg>
        <pc:grpChg chg="add mod">
          <ac:chgData name="Behzad Khajavi" userId="91f07ca7-1fc8-4164-be9a-722dcaccfc6b" providerId="ADAL" clId="{ED6694FD-2C1E-4B1C-BFD4-42BDC280E96F}" dt="2026-03-17T16:22:16.219" v="13527" actId="1036"/>
          <ac:grpSpMkLst>
            <pc:docMk/>
            <pc:sldMk cId="4001031125" sldId="353"/>
            <ac:grpSpMk id="15" creationId="{BC5AB952-A50C-4C10-49A7-8418190CA913}"/>
          </ac:grpSpMkLst>
        </pc:grpChg>
        <pc:grpChg chg="add mod">
          <ac:chgData name="Behzad Khajavi" userId="91f07ca7-1fc8-4164-be9a-722dcaccfc6b" providerId="ADAL" clId="{ED6694FD-2C1E-4B1C-BFD4-42BDC280E96F}" dt="2026-03-17T16:22:16.219" v="13527" actId="1036"/>
          <ac:grpSpMkLst>
            <pc:docMk/>
            <pc:sldMk cId="4001031125" sldId="353"/>
            <ac:grpSpMk id="17" creationId="{18866A62-F26C-DBE8-7384-6AA12299B85B}"/>
          </ac:grpSpMkLst>
        </pc:grpChg>
        <pc:picChg chg="add mod">
          <ac:chgData name="Behzad Khajavi" userId="91f07ca7-1fc8-4164-be9a-722dcaccfc6b" providerId="ADAL" clId="{ED6694FD-2C1E-4B1C-BFD4-42BDC280E96F}" dt="2026-03-17T16:22:16.219" v="13527" actId="1036"/>
          <ac:picMkLst>
            <pc:docMk/>
            <pc:sldMk cId="4001031125" sldId="353"/>
            <ac:picMk id="4098" creationId="{ACBFE450-D505-6022-0C57-90A2DB7943C0}"/>
          </ac:picMkLst>
        </pc:picChg>
        <pc:picChg chg="add mod">
          <ac:chgData name="Behzad Khajavi" userId="91f07ca7-1fc8-4164-be9a-722dcaccfc6b" providerId="ADAL" clId="{ED6694FD-2C1E-4B1C-BFD4-42BDC280E96F}" dt="2026-03-17T16:22:16.219" v="13527" actId="1036"/>
          <ac:picMkLst>
            <pc:docMk/>
            <pc:sldMk cId="4001031125" sldId="353"/>
            <ac:picMk id="4100" creationId="{EAE6FD4D-3BF7-CC73-E99E-CCCCC4C52F27}"/>
          </ac:picMkLst>
        </pc:picChg>
        <pc:picChg chg="add mod">
          <ac:chgData name="Behzad Khajavi" userId="91f07ca7-1fc8-4164-be9a-722dcaccfc6b" providerId="ADAL" clId="{ED6694FD-2C1E-4B1C-BFD4-42BDC280E96F}" dt="2026-03-17T16:22:16.219" v="13527" actId="1036"/>
          <ac:picMkLst>
            <pc:docMk/>
            <pc:sldMk cId="4001031125" sldId="353"/>
            <ac:picMk id="4104" creationId="{C3C8640F-F76D-5393-7360-F5E341A4E23D}"/>
          </ac:picMkLst>
        </pc:picChg>
      </pc:sldChg>
      <pc:sldChg chg="addSp delSp modSp add mod ord">
        <pc:chgData name="Behzad Khajavi" userId="91f07ca7-1fc8-4164-be9a-722dcaccfc6b" providerId="ADAL" clId="{ED6694FD-2C1E-4B1C-BFD4-42BDC280E96F}" dt="2026-03-24T20:07:06.409" v="21176" actId="207"/>
        <pc:sldMkLst>
          <pc:docMk/>
          <pc:sldMk cId="3508529252" sldId="355"/>
        </pc:sldMkLst>
        <pc:spChg chg="add mod topLvl">
          <ac:chgData name="Behzad Khajavi" userId="91f07ca7-1fc8-4164-be9a-722dcaccfc6b" providerId="ADAL" clId="{ED6694FD-2C1E-4B1C-BFD4-42BDC280E96F}" dt="2026-03-24T03:34:44.795" v="18128" actId="1076"/>
          <ac:spMkLst>
            <pc:docMk/>
            <pc:sldMk cId="3508529252" sldId="355"/>
            <ac:spMk id="6" creationId="{475B7820-3471-8FF8-982B-351C93E9CAED}"/>
          </ac:spMkLst>
        </pc:spChg>
        <pc:spChg chg="add mod ord topLvl">
          <ac:chgData name="Behzad Khajavi" userId="91f07ca7-1fc8-4164-be9a-722dcaccfc6b" providerId="ADAL" clId="{ED6694FD-2C1E-4B1C-BFD4-42BDC280E96F}" dt="2026-03-24T03:34:39.055" v="18127" actId="1036"/>
          <ac:spMkLst>
            <pc:docMk/>
            <pc:sldMk cId="3508529252" sldId="355"/>
            <ac:spMk id="7" creationId="{87B14835-1404-C228-0695-638FAC8E325C}"/>
          </ac:spMkLst>
        </pc:spChg>
        <pc:spChg chg="add mod">
          <ac:chgData name="Behzad Khajavi" userId="91f07ca7-1fc8-4164-be9a-722dcaccfc6b" providerId="ADAL" clId="{ED6694FD-2C1E-4B1C-BFD4-42BDC280E96F}" dt="2026-03-24T18:33:03.012" v="20736" actId="20577"/>
          <ac:spMkLst>
            <pc:docMk/>
            <pc:sldMk cId="3508529252" sldId="355"/>
            <ac:spMk id="10" creationId="{A0231453-B916-84A2-2A02-22D09B2028C1}"/>
          </ac:spMkLst>
        </pc:spChg>
        <pc:spChg chg="add mod">
          <ac:chgData name="Behzad Khajavi" userId="91f07ca7-1fc8-4164-be9a-722dcaccfc6b" providerId="ADAL" clId="{ED6694FD-2C1E-4B1C-BFD4-42BDC280E96F}" dt="2026-03-24T03:32:29.364" v="18105"/>
          <ac:spMkLst>
            <pc:docMk/>
            <pc:sldMk cId="3508529252" sldId="355"/>
            <ac:spMk id="11" creationId="{3536893F-37B5-9F75-E70C-63C928A81AE2}"/>
          </ac:spMkLst>
        </pc:spChg>
        <pc:spChg chg="add mod">
          <ac:chgData name="Behzad Khajavi" userId="91f07ca7-1fc8-4164-be9a-722dcaccfc6b" providerId="ADAL" clId="{ED6694FD-2C1E-4B1C-BFD4-42BDC280E96F}" dt="2026-03-24T03:37:01.437" v="18194" actId="1036"/>
          <ac:spMkLst>
            <pc:docMk/>
            <pc:sldMk cId="3508529252" sldId="355"/>
            <ac:spMk id="15" creationId="{218EE0C5-FD46-42CE-9ECE-B099F2B0DDEA}"/>
          </ac:spMkLst>
        </pc:spChg>
        <pc:spChg chg="add mod">
          <ac:chgData name="Behzad Khajavi" userId="91f07ca7-1fc8-4164-be9a-722dcaccfc6b" providerId="ADAL" clId="{ED6694FD-2C1E-4B1C-BFD4-42BDC280E96F}" dt="2026-03-24T20:07:06.409" v="21176" actId="207"/>
          <ac:spMkLst>
            <pc:docMk/>
            <pc:sldMk cId="3508529252" sldId="355"/>
            <ac:spMk id="16" creationId="{DB456CBB-BF39-8137-F9CE-13ED961CB338}"/>
          </ac:spMkLst>
        </pc:spChg>
        <pc:grpChg chg="add del mod">
          <ac:chgData name="Behzad Khajavi" userId="91f07ca7-1fc8-4164-be9a-722dcaccfc6b" providerId="ADAL" clId="{ED6694FD-2C1E-4B1C-BFD4-42BDC280E96F}" dt="2026-03-24T03:34:26.086" v="18121" actId="165"/>
          <ac:grpSpMkLst>
            <pc:docMk/>
            <pc:sldMk cId="3508529252" sldId="355"/>
            <ac:grpSpMk id="8" creationId="{B13910C4-1063-073B-6807-866D7863AB1F}"/>
          </ac:grpSpMkLst>
        </pc:grpChg>
        <pc:grpChg chg="add mod">
          <ac:chgData name="Behzad Khajavi" userId="91f07ca7-1fc8-4164-be9a-722dcaccfc6b" providerId="ADAL" clId="{ED6694FD-2C1E-4B1C-BFD4-42BDC280E96F}" dt="2026-03-24T03:34:39.055" v="18127" actId="1036"/>
          <ac:grpSpMkLst>
            <pc:docMk/>
            <pc:sldMk cId="3508529252" sldId="355"/>
            <ac:grpSpMk id="12" creationId="{00063564-9F29-14CB-D0ED-D00D49F4F336}"/>
          </ac:grpSpMkLst>
        </pc:grpChg>
        <pc:graphicFrameChg chg="add mod ord modGraphic">
          <ac:chgData name="Behzad Khajavi" userId="91f07ca7-1fc8-4164-be9a-722dcaccfc6b" providerId="ADAL" clId="{ED6694FD-2C1E-4B1C-BFD4-42BDC280E96F}" dt="2026-03-24T03:34:53.177" v="18129" actId="1076"/>
          <ac:graphicFrameMkLst>
            <pc:docMk/>
            <pc:sldMk cId="3508529252" sldId="355"/>
            <ac:graphicFrameMk id="9" creationId="{DC74732F-5633-12A6-370F-1A44EBF9D1C2}"/>
          </ac:graphicFrameMkLst>
        </pc:graphicFrameChg>
        <pc:picChg chg="add mod topLvl">
          <ac:chgData name="Behzad Khajavi" userId="91f07ca7-1fc8-4164-be9a-722dcaccfc6b" providerId="ADAL" clId="{ED6694FD-2C1E-4B1C-BFD4-42BDC280E96F}" dt="2026-03-24T03:34:39.055" v="18127" actId="1036"/>
          <ac:picMkLst>
            <pc:docMk/>
            <pc:sldMk cId="3508529252" sldId="355"/>
            <ac:picMk id="5122" creationId="{4E5B9B7B-47D4-03D6-ACBD-57AE5494FDC8}"/>
          </ac:picMkLst>
        </pc:picChg>
      </pc:sldChg>
      <pc:sldChg chg="addSp delSp modSp add mod ord modAnim">
        <pc:chgData name="Behzad Khajavi" userId="91f07ca7-1fc8-4164-be9a-722dcaccfc6b" providerId="ADAL" clId="{ED6694FD-2C1E-4B1C-BFD4-42BDC280E96F}" dt="2026-03-25T15:27:53.305" v="23037" actId="1036"/>
        <pc:sldMkLst>
          <pc:docMk/>
          <pc:sldMk cId="2794402540" sldId="356"/>
        </pc:sldMkLst>
        <pc:spChg chg="add del mod">
          <ac:chgData name="Behzad Khajavi" userId="91f07ca7-1fc8-4164-be9a-722dcaccfc6b" providerId="ADAL" clId="{ED6694FD-2C1E-4B1C-BFD4-42BDC280E96F}" dt="2026-03-24T03:42:49.329" v="18248" actId="478"/>
          <ac:spMkLst>
            <pc:docMk/>
            <pc:sldMk cId="2794402540" sldId="356"/>
            <ac:spMk id="5" creationId="{632FC34D-F159-764A-6078-0ADB4AEEB367}"/>
          </ac:spMkLst>
        </pc:spChg>
        <pc:spChg chg="add mod">
          <ac:chgData name="Behzad Khajavi" userId="91f07ca7-1fc8-4164-be9a-722dcaccfc6b" providerId="ADAL" clId="{ED6694FD-2C1E-4B1C-BFD4-42BDC280E96F}" dt="2026-03-25T15:27:53.305" v="23037" actId="1036"/>
          <ac:spMkLst>
            <pc:docMk/>
            <pc:sldMk cId="2794402540" sldId="356"/>
            <ac:spMk id="6" creationId="{D3B4F867-A854-1E37-9AD4-E4202DCE9817}"/>
          </ac:spMkLst>
        </pc:spChg>
        <pc:spChg chg="add mod">
          <ac:chgData name="Behzad Khajavi" userId="91f07ca7-1fc8-4164-be9a-722dcaccfc6b" providerId="ADAL" clId="{ED6694FD-2C1E-4B1C-BFD4-42BDC280E96F}" dt="2026-03-24T03:49:57.647" v="18508" actId="1035"/>
          <ac:spMkLst>
            <pc:docMk/>
            <pc:sldMk cId="2794402540" sldId="356"/>
            <ac:spMk id="7" creationId="{744652D7-9421-28B9-FE2C-BB21CD802B1C}"/>
          </ac:spMkLst>
        </pc:spChg>
        <pc:spChg chg="add mod ord">
          <ac:chgData name="Behzad Khajavi" userId="91f07ca7-1fc8-4164-be9a-722dcaccfc6b" providerId="ADAL" clId="{ED6694FD-2C1E-4B1C-BFD4-42BDC280E96F}" dt="2026-03-24T03:49:57.647" v="18508" actId="1035"/>
          <ac:spMkLst>
            <pc:docMk/>
            <pc:sldMk cId="2794402540" sldId="356"/>
            <ac:spMk id="8" creationId="{15290030-6FD7-6895-1991-EC8BE055D0BC}"/>
          </ac:spMkLst>
        </pc:spChg>
        <pc:spChg chg="add mod">
          <ac:chgData name="Behzad Khajavi" userId="91f07ca7-1fc8-4164-be9a-722dcaccfc6b" providerId="ADAL" clId="{ED6694FD-2C1E-4B1C-BFD4-42BDC280E96F}" dt="2026-03-24T18:16:11.847" v="20568" actId="20577"/>
          <ac:spMkLst>
            <pc:docMk/>
            <pc:sldMk cId="2794402540" sldId="356"/>
            <ac:spMk id="10" creationId="{36F90DEB-A691-0017-D2E8-DE605D7A54B9}"/>
          </ac:spMkLst>
        </pc:spChg>
        <pc:spChg chg="add mod">
          <ac:chgData name="Behzad Khajavi" userId="91f07ca7-1fc8-4164-be9a-722dcaccfc6b" providerId="ADAL" clId="{ED6694FD-2C1E-4B1C-BFD4-42BDC280E96F}" dt="2026-03-24T14:13:47.573" v="19776" actId="1037"/>
          <ac:spMkLst>
            <pc:docMk/>
            <pc:sldMk cId="2794402540" sldId="356"/>
            <ac:spMk id="12" creationId="{154DC500-4729-2A91-3B43-23E96448E240}"/>
          </ac:spMkLst>
        </pc:spChg>
        <pc:spChg chg="add mod">
          <ac:chgData name="Behzad Khajavi" userId="91f07ca7-1fc8-4164-be9a-722dcaccfc6b" providerId="ADAL" clId="{ED6694FD-2C1E-4B1C-BFD4-42BDC280E96F}" dt="2026-03-24T03:49:23.529" v="18495" actId="1037"/>
          <ac:spMkLst>
            <pc:docMk/>
            <pc:sldMk cId="2794402540" sldId="356"/>
            <ac:spMk id="14" creationId="{C5DF4A76-72C0-BEE2-D67B-81E1EDE3DABA}"/>
          </ac:spMkLst>
        </pc:spChg>
        <pc:spChg chg="add mod ord">
          <ac:chgData name="Behzad Khajavi" userId="91f07ca7-1fc8-4164-be9a-722dcaccfc6b" providerId="ADAL" clId="{ED6694FD-2C1E-4B1C-BFD4-42BDC280E96F}" dt="2026-03-24T03:49:23.529" v="18495" actId="1037"/>
          <ac:spMkLst>
            <pc:docMk/>
            <pc:sldMk cId="2794402540" sldId="356"/>
            <ac:spMk id="16" creationId="{34AB0EBF-1130-3748-B187-59E379A4C64B}"/>
          </ac:spMkLst>
        </pc:spChg>
        <pc:grpChg chg="add mod">
          <ac:chgData name="Behzad Khajavi" userId="91f07ca7-1fc8-4164-be9a-722dcaccfc6b" providerId="ADAL" clId="{ED6694FD-2C1E-4B1C-BFD4-42BDC280E96F}" dt="2026-03-24T03:49:57.647" v="18508" actId="1035"/>
          <ac:grpSpMkLst>
            <pc:docMk/>
            <pc:sldMk cId="2794402540" sldId="356"/>
            <ac:grpSpMk id="9" creationId="{A21CFF84-C240-2047-0EAD-B84B98DFC681}"/>
          </ac:grpSpMkLst>
        </pc:grpChg>
        <pc:grpChg chg="add mod">
          <ac:chgData name="Behzad Khajavi" userId="91f07ca7-1fc8-4164-be9a-722dcaccfc6b" providerId="ADAL" clId="{ED6694FD-2C1E-4B1C-BFD4-42BDC280E96F}" dt="2026-03-24T03:49:23.529" v="18495" actId="1037"/>
          <ac:grpSpMkLst>
            <pc:docMk/>
            <pc:sldMk cId="2794402540" sldId="356"/>
            <ac:grpSpMk id="15" creationId="{7F500453-80DA-BE92-A36A-80030BE4E1DD}"/>
          </ac:grpSpMkLst>
        </pc:grpChg>
        <pc:grpChg chg="add mod">
          <ac:chgData name="Behzad Khajavi" userId="91f07ca7-1fc8-4164-be9a-722dcaccfc6b" providerId="ADAL" clId="{ED6694FD-2C1E-4B1C-BFD4-42BDC280E96F}" dt="2026-03-24T03:48:56.654" v="18473" actId="1037"/>
          <ac:grpSpMkLst>
            <pc:docMk/>
            <pc:sldMk cId="2794402540" sldId="356"/>
            <ac:grpSpMk id="17" creationId="{1EA6EE0C-2DB3-F42C-E47C-2334FB93E0A8}"/>
          </ac:grpSpMkLst>
        </pc:grpChg>
        <pc:picChg chg="add mod">
          <ac:chgData name="Behzad Khajavi" userId="91f07ca7-1fc8-4164-be9a-722dcaccfc6b" providerId="ADAL" clId="{ED6694FD-2C1E-4B1C-BFD4-42BDC280E96F}" dt="2026-03-24T03:49:23.529" v="18495" actId="1037"/>
          <ac:picMkLst>
            <pc:docMk/>
            <pc:sldMk cId="2794402540" sldId="356"/>
            <ac:picMk id="3074" creationId="{C6175694-9ADF-307A-4A1E-B8D36F8B7D68}"/>
          </ac:picMkLst>
        </pc:picChg>
        <pc:picChg chg="add mod">
          <ac:chgData name="Behzad Khajavi" userId="91f07ca7-1fc8-4164-be9a-722dcaccfc6b" providerId="ADAL" clId="{ED6694FD-2C1E-4B1C-BFD4-42BDC280E96F}" dt="2026-03-24T03:49:43.410" v="18501" actId="2085"/>
          <ac:picMkLst>
            <pc:docMk/>
            <pc:sldMk cId="2794402540" sldId="356"/>
            <ac:picMk id="3080" creationId="{D22D52EE-BCCB-A045-0CC7-D23BF3C14082}"/>
          </ac:picMkLst>
        </pc:picChg>
        <pc:picChg chg="add mod">
          <ac:chgData name="Behzad Khajavi" userId="91f07ca7-1fc8-4164-be9a-722dcaccfc6b" providerId="ADAL" clId="{ED6694FD-2C1E-4B1C-BFD4-42BDC280E96F}" dt="2026-03-24T03:49:57.647" v="18508" actId="1035"/>
          <ac:picMkLst>
            <pc:docMk/>
            <pc:sldMk cId="2794402540" sldId="356"/>
            <ac:picMk id="7172" creationId="{F4951CFD-5417-0829-17FA-19B7C985F96F}"/>
          </ac:picMkLst>
        </pc:picChg>
        <pc:picChg chg="add mod">
          <ac:chgData name="Behzad Khajavi" userId="91f07ca7-1fc8-4164-be9a-722dcaccfc6b" providerId="ADAL" clId="{ED6694FD-2C1E-4B1C-BFD4-42BDC280E96F}" dt="2026-03-24T03:49:57.647" v="18508" actId="1035"/>
          <ac:picMkLst>
            <pc:docMk/>
            <pc:sldMk cId="2794402540" sldId="356"/>
            <ac:picMk id="7174" creationId="{C5DA28FC-DC4A-7458-2A5A-CAA2B5A9A9CC}"/>
          </ac:picMkLst>
        </pc:picChg>
      </pc:sldChg>
      <pc:sldChg chg="addSp delSp modSp add mod ord modAnim">
        <pc:chgData name="Behzad Khajavi" userId="91f07ca7-1fc8-4164-be9a-722dcaccfc6b" providerId="ADAL" clId="{ED6694FD-2C1E-4B1C-BFD4-42BDC280E96F}" dt="2026-03-24T19:43:38.659" v="20905" actId="120"/>
        <pc:sldMkLst>
          <pc:docMk/>
          <pc:sldMk cId="1237331646" sldId="357"/>
        </pc:sldMkLst>
        <pc:spChg chg="add mod">
          <ac:chgData name="Behzad Khajavi" userId="91f07ca7-1fc8-4164-be9a-722dcaccfc6b" providerId="ADAL" clId="{ED6694FD-2C1E-4B1C-BFD4-42BDC280E96F}" dt="2026-03-24T14:17:43.388" v="19804" actId="1035"/>
          <ac:spMkLst>
            <pc:docMk/>
            <pc:sldMk cId="1237331646" sldId="357"/>
            <ac:spMk id="5" creationId="{E0490ABA-71E1-74FC-9608-887B776025E9}"/>
          </ac:spMkLst>
        </pc:spChg>
        <pc:spChg chg="add mod">
          <ac:chgData name="Behzad Khajavi" userId="91f07ca7-1fc8-4164-be9a-722dcaccfc6b" providerId="ADAL" clId="{ED6694FD-2C1E-4B1C-BFD4-42BDC280E96F}" dt="2026-03-24T19:43:38.659" v="20905" actId="120"/>
          <ac:spMkLst>
            <pc:docMk/>
            <pc:sldMk cId="1237331646" sldId="357"/>
            <ac:spMk id="7" creationId="{2BF07277-5B42-710B-23E1-5E5A14079F77}"/>
          </ac:spMkLst>
        </pc:spChg>
        <pc:spChg chg="add mod">
          <ac:chgData name="Behzad Khajavi" userId="91f07ca7-1fc8-4164-be9a-722dcaccfc6b" providerId="ADAL" clId="{ED6694FD-2C1E-4B1C-BFD4-42BDC280E96F}" dt="2026-03-24T03:01:27.238" v="17332" actId="20577"/>
          <ac:spMkLst>
            <pc:docMk/>
            <pc:sldMk cId="1237331646" sldId="357"/>
            <ac:spMk id="12" creationId="{E8585ABB-2408-7DB4-7CFE-30E29AA6172E}"/>
          </ac:spMkLst>
        </pc:spChg>
        <pc:spChg chg="add mod">
          <ac:chgData name="Behzad Khajavi" userId="91f07ca7-1fc8-4164-be9a-722dcaccfc6b" providerId="ADAL" clId="{ED6694FD-2C1E-4B1C-BFD4-42BDC280E96F}" dt="2026-03-24T02:58:47.555" v="17326" actId="2711"/>
          <ac:spMkLst>
            <pc:docMk/>
            <pc:sldMk cId="1237331646" sldId="357"/>
            <ac:spMk id="14" creationId="{EE145208-86D9-B7FA-BFF0-3FFF266CF2DF}"/>
          </ac:spMkLst>
        </pc:spChg>
        <pc:spChg chg="add mod">
          <ac:chgData name="Behzad Khajavi" userId="91f07ca7-1fc8-4164-be9a-722dcaccfc6b" providerId="ADAL" clId="{ED6694FD-2C1E-4B1C-BFD4-42BDC280E96F}" dt="2026-03-24T02:56:34.675" v="17162" actId="1038"/>
          <ac:spMkLst>
            <pc:docMk/>
            <pc:sldMk cId="1237331646" sldId="357"/>
            <ac:spMk id="17" creationId="{0F559248-4F58-B271-FB86-794817B68CA4}"/>
          </ac:spMkLst>
        </pc:spChg>
        <pc:grpChg chg="add mod">
          <ac:chgData name="Behzad Khajavi" userId="91f07ca7-1fc8-4164-be9a-722dcaccfc6b" providerId="ADAL" clId="{ED6694FD-2C1E-4B1C-BFD4-42BDC280E96F}" dt="2026-03-23T23:33:20.121" v="14425" actId="165"/>
          <ac:grpSpMkLst>
            <pc:docMk/>
            <pc:sldMk cId="1237331646" sldId="357"/>
            <ac:grpSpMk id="18" creationId="{0C146670-3392-7EF5-123B-343385B0E214}"/>
          </ac:grpSpMkLst>
        </pc:grpChg>
        <pc:grpChg chg="add mod topLvl">
          <ac:chgData name="Behzad Khajavi" userId="91f07ca7-1fc8-4164-be9a-722dcaccfc6b" providerId="ADAL" clId="{ED6694FD-2C1E-4B1C-BFD4-42BDC280E96F}" dt="2026-03-24T02:57:58.941" v="17269" actId="1035"/>
          <ac:grpSpMkLst>
            <pc:docMk/>
            <pc:sldMk cId="1237331646" sldId="357"/>
            <ac:grpSpMk id="19" creationId="{B84D9D8E-61F7-46F9-432C-0BD9DA7D1BFB}"/>
          </ac:grpSpMkLst>
        </pc:grpChg>
        <pc:picChg chg="mod topLvl">
          <ac:chgData name="Behzad Khajavi" userId="91f07ca7-1fc8-4164-be9a-722dcaccfc6b" providerId="ADAL" clId="{ED6694FD-2C1E-4B1C-BFD4-42BDC280E96F}" dt="2026-03-23T23:33:20.121" v="14425" actId="165"/>
          <ac:picMkLst>
            <pc:docMk/>
            <pc:sldMk cId="1237331646" sldId="357"/>
            <ac:picMk id="8" creationId="{58145CA6-6FF2-31F1-A8C5-509FCE230F1A}"/>
          </ac:picMkLst>
        </pc:picChg>
        <pc:cxnChg chg="add mod">
          <ac:chgData name="Behzad Khajavi" userId="91f07ca7-1fc8-4164-be9a-722dcaccfc6b" providerId="ADAL" clId="{ED6694FD-2C1E-4B1C-BFD4-42BDC280E96F}" dt="2026-03-24T02:56:42.414" v="17163" actId="14100"/>
          <ac:cxnSpMkLst>
            <pc:docMk/>
            <pc:sldMk cId="1237331646" sldId="357"/>
            <ac:cxnSpMk id="10" creationId="{E8157818-F10F-A2E8-3B37-864144FDAB2C}"/>
          </ac:cxnSpMkLst>
        </pc:cxnChg>
        <pc:cxnChg chg="add mod">
          <ac:chgData name="Behzad Khajavi" userId="91f07ca7-1fc8-4164-be9a-722dcaccfc6b" providerId="ADAL" clId="{ED6694FD-2C1E-4B1C-BFD4-42BDC280E96F}" dt="2026-03-24T02:56:48.764" v="17164" actId="14100"/>
          <ac:cxnSpMkLst>
            <pc:docMk/>
            <pc:sldMk cId="1237331646" sldId="357"/>
            <ac:cxnSpMk id="16" creationId="{CAA86EE6-339E-44F9-1170-90C4C7F281A9}"/>
          </ac:cxnSpMkLst>
        </pc:cxnChg>
      </pc:sldChg>
      <pc:sldChg chg="addSp delSp modSp add mod ord modAnim">
        <pc:chgData name="Behzad Khajavi" userId="91f07ca7-1fc8-4164-be9a-722dcaccfc6b" providerId="ADAL" clId="{ED6694FD-2C1E-4B1C-BFD4-42BDC280E96F}" dt="2026-03-24T03:30:14.252" v="17990" actId="1038"/>
        <pc:sldMkLst>
          <pc:docMk/>
          <pc:sldMk cId="179040653" sldId="359"/>
        </pc:sldMkLst>
        <pc:spChg chg="add mod">
          <ac:chgData name="Behzad Khajavi" userId="91f07ca7-1fc8-4164-be9a-722dcaccfc6b" providerId="ADAL" clId="{ED6694FD-2C1E-4B1C-BFD4-42BDC280E96F}" dt="2026-03-24T03:04:42.711" v="17386" actId="113"/>
          <ac:spMkLst>
            <pc:docMk/>
            <pc:sldMk cId="179040653" sldId="359"/>
            <ac:spMk id="8" creationId="{ED1CA00A-9FF3-E894-A16C-5B972CF4AE25}"/>
          </ac:spMkLst>
        </pc:spChg>
        <pc:spChg chg="add mod ord">
          <ac:chgData name="Behzad Khajavi" userId="91f07ca7-1fc8-4164-be9a-722dcaccfc6b" providerId="ADAL" clId="{ED6694FD-2C1E-4B1C-BFD4-42BDC280E96F}" dt="2026-03-17T02:16:27.469" v="10789" actId="164"/>
          <ac:spMkLst>
            <pc:docMk/>
            <pc:sldMk cId="179040653" sldId="359"/>
            <ac:spMk id="9" creationId="{DACB3CB3-326B-41F8-38C7-1B03CEDF4358}"/>
          </ac:spMkLst>
        </pc:spChg>
        <pc:spChg chg="add mod">
          <ac:chgData name="Behzad Khajavi" userId="91f07ca7-1fc8-4164-be9a-722dcaccfc6b" providerId="ADAL" clId="{ED6694FD-2C1E-4B1C-BFD4-42BDC280E96F}" dt="2026-03-24T03:30:14.252" v="17990" actId="1038"/>
          <ac:spMkLst>
            <pc:docMk/>
            <pc:sldMk cId="179040653" sldId="359"/>
            <ac:spMk id="11" creationId="{AAC6604C-8A34-06DD-AB0D-52506EF141AB}"/>
          </ac:spMkLst>
        </pc:spChg>
        <pc:spChg chg="mod">
          <ac:chgData name="Behzad Khajavi" userId="91f07ca7-1fc8-4164-be9a-722dcaccfc6b" providerId="ADAL" clId="{ED6694FD-2C1E-4B1C-BFD4-42BDC280E96F}" dt="2026-03-23T23:37:54.013" v="14691" actId="2085"/>
          <ac:spMkLst>
            <pc:docMk/>
            <pc:sldMk cId="179040653" sldId="359"/>
            <ac:spMk id="14" creationId="{1D5EF295-3F94-C23D-B1E9-CF9E0FF5029D}"/>
          </ac:spMkLst>
        </pc:spChg>
        <pc:spChg chg="mod">
          <ac:chgData name="Behzad Khajavi" userId="91f07ca7-1fc8-4164-be9a-722dcaccfc6b" providerId="ADAL" clId="{ED6694FD-2C1E-4B1C-BFD4-42BDC280E96F}" dt="2026-03-23T23:37:54.013" v="14691" actId="2085"/>
          <ac:spMkLst>
            <pc:docMk/>
            <pc:sldMk cId="179040653" sldId="359"/>
            <ac:spMk id="16" creationId="{7A9590C9-6330-5FDC-540F-254E1306A433}"/>
          </ac:spMkLst>
        </pc:spChg>
        <pc:spChg chg="mod">
          <ac:chgData name="Behzad Khajavi" userId="91f07ca7-1fc8-4164-be9a-722dcaccfc6b" providerId="ADAL" clId="{ED6694FD-2C1E-4B1C-BFD4-42BDC280E96F}" dt="2026-03-23T23:37:54.013" v="14691" actId="2085"/>
          <ac:spMkLst>
            <pc:docMk/>
            <pc:sldMk cId="179040653" sldId="359"/>
            <ac:spMk id="18" creationId="{CF5E5FB6-85EC-4B31-128E-307D65954E39}"/>
          </ac:spMkLst>
        </pc:spChg>
        <pc:spChg chg="mod">
          <ac:chgData name="Behzad Khajavi" userId="91f07ca7-1fc8-4164-be9a-722dcaccfc6b" providerId="ADAL" clId="{ED6694FD-2C1E-4B1C-BFD4-42BDC280E96F}" dt="2026-03-23T23:37:54.013" v="14691" actId="2085"/>
          <ac:spMkLst>
            <pc:docMk/>
            <pc:sldMk cId="179040653" sldId="359"/>
            <ac:spMk id="19" creationId="{701D3FC5-2816-A4ED-229A-F688C1A3D110}"/>
          </ac:spMkLst>
        </pc:spChg>
        <pc:spChg chg="mod">
          <ac:chgData name="Behzad Khajavi" userId="91f07ca7-1fc8-4164-be9a-722dcaccfc6b" providerId="ADAL" clId="{ED6694FD-2C1E-4B1C-BFD4-42BDC280E96F}" dt="2026-03-23T23:37:54.013" v="14691" actId="2085"/>
          <ac:spMkLst>
            <pc:docMk/>
            <pc:sldMk cId="179040653" sldId="359"/>
            <ac:spMk id="20" creationId="{7FCBA92B-6D1F-A5BC-987E-A061B7467049}"/>
          </ac:spMkLst>
        </pc:spChg>
        <pc:spChg chg="add mod ord">
          <ac:chgData name="Behzad Khajavi" userId="91f07ca7-1fc8-4164-be9a-722dcaccfc6b" providerId="ADAL" clId="{ED6694FD-2C1E-4B1C-BFD4-42BDC280E96F}" dt="2026-03-24T03:05:15.709" v="17394" actId="164"/>
          <ac:spMkLst>
            <pc:docMk/>
            <pc:sldMk cId="179040653" sldId="359"/>
            <ac:spMk id="83" creationId="{1A05CB42-E5F5-6B50-716C-B4A50EAE1230}"/>
          </ac:spMkLst>
        </pc:spChg>
        <pc:grpChg chg="add mod">
          <ac:chgData name="Behzad Khajavi" userId="91f07ca7-1fc8-4164-be9a-722dcaccfc6b" providerId="ADAL" clId="{ED6694FD-2C1E-4B1C-BFD4-42BDC280E96F}" dt="2026-03-17T02:16:32.061" v="10808" actId="1038"/>
          <ac:grpSpMkLst>
            <pc:docMk/>
            <pc:sldMk cId="179040653" sldId="359"/>
            <ac:grpSpMk id="10" creationId="{CEB0F5C6-6C6B-7E5B-9ECC-794EB7173AFE}"/>
          </ac:grpSpMkLst>
        </pc:grpChg>
        <pc:grpChg chg="add mod">
          <ac:chgData name="Behzad Khajavi" userId="91f07ca7-1fc8-4164-be9a-722dcaccfc6b" providerId="ADAL" clId="{ED6694FD-2C1E-4B1C-BFD4-42BDC280E96F}" dt="2026-03-24T03:05:15.709" v="17394" actId="164"/>
          <ac:grpSpMkLst>
            <pc:docMk/>
            <pc:sldMk cId="179040653" sldId="359"/>
            <ac:grpSpMk id="12" creationId="{63E21F1B-386E-0A28-7FAD-212A33B1F175}"/>
          </ac:grpSpMkLst>
        </pc:grpChg>
        <pc:grpChg chg="add mod">
          <ac:chgData name="Behzad Khajavi" userId="91f07ca7-1fc8-4164-be9a-722dcaccfc6b" providerId="ADAL" clId="{ED6694FD-2C1E-4B1C-BFD4-42BDC280E96F}" dt="2026-03-24T03:05:23.555" v="17411" actId="1037"/>
          <ac:grpSpMkLst>
            <pc:docMk/>
            <pc:sldMk cId="179040653" sldId="359"/>
            <ac:grpSpMk id="21" creationId="{A2DEB69A-8530-91C5-C2D3-F84FF4FDA1F8}"/>
          </ac:grpSpMkLst>
        </pc:grpChg>
        <pc:picChg chg="add mod">
          <ac:chgData name="Behzad Khajavi" userId="91f07ca7-1fc8-4164-be9a-722dcaccfc6b" providerId="ADAL" clId="{ED6694FD-2C1E-4B1C-BFD4-42BDC280E96F}" dt="2026-03-17T02:16:27.469" v="10789" actId="164"/>
          <ac:picMkLst>
            <pc:docMk/>
            <pc:sldMk cId="179040653" sldId="359"/>
            <ac:picMk id="5" creationId="{A09CFD2A-B85E-1732-4047-E252FB61111D}"/>
          </ac:picMkLst>
        </pc:picChg>
        <pc:picChg chg="add mod">
          <ac:chgData name="Behzad Khajavi" userId="91f07ca7-1fc8-4164-be9a-722dcaccfc6b" providerId="ADAL" clId="{ED6694FD-2C1E-4B1C-BFD4-42BDC280E96F}" dt="2026-03-17T02:16:27.469" v="10789" actId="164"/>
          <ac:picMkLst>
            <pc:docMk/>
            <pc:sldMk cId="179040653" sldId="359"/>
            <ac:picMk id="6" creationId="{45D4DBC6-4FEE-5E4A-A10D-4DC52FD5B26D}"/>
          </ac:picMkLst>
        </pc:picChg>
        <pc:picChg chg="add mod">
          <ac:chgData name="Behzad Khajavi" userId="91f07ca7-1fc8-4164-be9a-722dcaccfc6b" providerId="ADAL" clId="{ED6694FD-2C1E-4B1C-BFD4-42BDC280E96F}" dt="2026-03-17T02:16:27.469" v="10789" actId="164"/>
          <ac:picMkLst>
            <pc:docMk/>
            <pc:sldMk cId="179040653" sldId="359"/>
            <ac:picMk id="7" creationId="{F564CEFF-6836-7C4C-EBB5-2A6EA03704B5}"/>
          </ac:picMkLst>
        </pc:picChg>
        <pc:picChg chg="mod">
          <ac:chgData name="Behzad Khajavi" userId="91f07ca7-1fc8-4164-be9a-722dcaccfc6b" providerId="ADAL" clId="{ED6694FD-2C1E-4B1C-BFD4-42BDC280E96F}" dt="2026-03-23T23:37:54.013" v="14691" actId="2085"/>
          <ac:picMkLst>
            <pc:docMk/>
            <pc:sldMk cId="179040653" sldId="359"/>
            <ac:picMk id="17" creationId="{D93C8ED9-6EC2-3EB0-0A4F-23EF3D00CD33}"/>
          </ac:picMkLst>
        </pc:picChg>
        <pc:cxnChg chg="mod">
          <ac:chgData name="Behzad Khajavi" userId="91f07ca7-1fc8-4164-be9a-722dcaccfc6b" providerId="ADAL" clId="{ED6694FD-2C1E-4B1C-BFD4-42BDC280E96F}" dt="2026-03-23T23:37:54.013" v="14691" actId="2085"/>
          <ac:cxnSpMkLst>
            <pc:docMk/>
            <pc:sldMk cId="179040653" sldId="359"/>
            <ac:cxnSpMk id="13" creationId="{9E7CC5F1-B714-2A3B-EBEC-A5251FE506D2}"/>
          </ac:cxnSpMkLst>
        </pc:cxnChg>
        <pc:cxnChg chg="mod">
          <ac:chgData name="Behzad Khajavi" userId="91f07ca7-1fc8-4164-be9a-722dcaccfc6b" providerId="ADAL" clId="{ED6694FD-2C1E-4B1C-BFD4-42BDC280E96F}" dt="2026-03-23T23:37:54.013" v="14691" actId="2085"/>
          <ac:cxnSpMkLst>
            <pc:docMk/>
            <pc:sldMk cId="179040653" sldId="359"/>
            <ac:cxnSpMk id="15" creationId="{6B430ADD-8F01-F7D7-B639-F8C76760A139}"/>
          </ac:cxnSpMkLst>
        </pc:cxnChg>
      </pc:sldChg>
      <pc:sldChg chg="addSp delSp modSp add mod ord modAnim">
        <pc:chgData name="Behzad Khajavi" userId="91f07ca7-1fc8-4164-be9a-722dcaccfc6b" providerId="ADAL" clId="{ED6694FD-2C1E-4B1C-BFD4-42BDC280E96F}" dt="2026-03-24T20:10:50.403" v="21186" actId="6549"/>
        <pc:sldMkLst>
          <pc:docMk/>
          <pc:sldMk cId="491574393" sldId="360"/>
        </pc:sldMkLst>
        <pc:spChg chg="add mod">
          <ac:chgData name="Behzad Khajavi" userId="91f07ca7-1fc8-4164-be9a-722dcaccfc6b" providerId="ADAL" clId="{ED6694FD-2C1E-4B1C-BFD4-42BDC280E96F}" dt="2026-03-24T17:37:25.878" v="20563" actId="1037"/>
          <ac:spMkLst>
            <pc:docMk/>
            <pc:sldMk cId="491574393" sldId="360"/>
            <ac:spMk id="5" creationId="{9810AAFF-4190-68DC-F33D-17F213F1983F}"/>
          </ac:spMkLst>
        </pc:spChg>
        <pc:spChg chg="mod">
          <ac:chgData name="Behzad Khajavi" userId="91f07ca7-1fc8-4164-be9a-722dcaccfc6b" providerId="ADAL" clId="{ED6694FD-2C1E-4B1C-BFD4-42BDC280E96F}" dt="2026-03-24T14:06:21.403" v="19770" actId="12789"/>
          <ac:spMkLst>
            <pc:docMk/>
            <pc:sldMk cId="491574393" sldId="360"/>
            <ac:spMk id="8" creationId="{88FB7FD1-5C0C-374B-B47E-0C1DD1E57C11}"/>
          </ac:spMkLst>
        </pc:spChg>
        <pc:spChg chg="mod">
          <ac:chgData name="Behzad Khajavi" userId="91f07ca7-1fc8-4164-be9a-722dcaccfc6b" providerId="ADAL" clId="{ED6694FD-2C1E-4B1C-BFD4-42BDC280E96F}" dt="2026-03-24T14:06:21.403" v="19770" actId="12789"/>
          <ac:spMkLst>
            <pc:docMk/>
            <pc:sldMk cId="491574393" sldId="360"/>
            <ac:spMk id="12" creationId="{D89185F2-AD54-8E88-B04E-FED2D44CCADD}"/>
          </ac:spMkLst>
        </pc:spChg>
        <pc:spChg chg="mod">
          <ac:chgData name="Behzad Khajavi" userId="91f07ca7-1fc8-4164-be9a-722dcaccfc6b" providerId="ADAL" clId="{ED6694FD-2C1E-4B1C-BFD4-42BDC280E96F}" dt="2026-03-24T14:06:21.403" v="19770" actId="12789"/>
          <ac:spMkLst>
            <pc:docMk/>
            <pc:sldMk cId="491574393" sldId="360"/>
            <ac:spMk id="13" creationId="{CFCD49C6-7CC2-11C4-5AE6-9B227671C2C5}"/>
          </ac:spMkLst>
        </pc:spChg>
        <pc:spChg chg="mod">
          <ac:chgData name="Behzad Khajavi" userId="91f07ca7-1fc8-4164-be9a-722dcaccfc6b" providerId="ADAL" clId="{ED6694FD-2C1E-4B1C-BFD4-42BDC280E96F}" dt="2026-03-24T14:06:21.403" v="19770" actId="12789"/>
          <ac:spMkLst>
            <pc:docMk/>
            <pc:sldMk cId="491574393" sldId="360"/>
            <ac:spMk id="14" creationId="{6ECB30C1-6334-F47B-EB9D-1EDE3E8E1E56}"/>
          </ac:spMkLst>
        </pc:spChg>
        <pc:spChg chg="add mod">
          <ac:chgData name="Behzad Khajavi" userId="91f07ca7-1fc8-4164-be9a-722dcaccfc6b" providerId="ADAL" clId="{ED6694FD-2C1E-4B1C-BFD4-42BDC280E96F}" dt="2026-03-24T18:42:28.860" v="20768" actId="164"/>
          <ac:spMkLst>
            <pc:docMk/>
            <pc:sldMk cId="491574393" sldId="360"/>
            <ac:spMk id="15" creationId="{93737D1A-4859-6685-A7F8-0439C9E25CF8}"/>
          </ac:spMkLst>
        </pc:spChg>
        <pc:spChg chg="add mod">
          <ac:chgData name="Behzad Khajavi" userId="91f07ca7-1fc8-4164-be9a-722dcaccfc6b" providerId="ADAL" clId="{ED6694FD-2C1E-4B1C-BFD4-42BDC280E96F}" dt="2026-03-24T20:10:50.403" v="21186" actId="6549"/>
          <ac:spMkLst>
            <pc:docMk/>
            <pc:sldMk cId="491574393" sldId="360"/>
            <ac:spMk id="16" creationId="{9CCCFB23-968E-8CD3-E4C1-7214E97A12A5}"/>
          </ac:spMkLst>
        </pc:spChg>
        <pc:grpChg chg="mod">
          <ac:chgData name="Behzad Khajavi" userId="91f07ca7-1fc8-4164-be9a-722dcaccfc6b" providerId="ADAL" clId="{ED6694FD-2C1E-4B1C-BFD4-42BDC280E96F}" dt="2026-03-24T18:42:28.860" v="20768" actId="164"/>
          <ac:grpSpMkLst>
            <pc:docMk/>
            <pc:sldMk cId="491574393" sldId="360"/>
            <ac:grpSpMk id="7" creationId="{BC2AC45F-C3FD-347C-ACFA-379A22C54A2A}"/>
          </ac:grpSpMkLst>
        </pc:grpChg>
        <pc:grpChg chg="add mod">
          <ac:chgData name="Behzad Khajavi" userId="91f07ca7-1fc8-4164-be9a-722dcaccfc6b" providerId="ADAL" clId="{ED6694FD-2C1E-4B1C-BFD4-42BDC280E96F}" dt="2026-03-24T18:42:28.860" v="20768" actId="164"/>
          <ac:grpSpMkLst>
            <pc:docMk/>
            <pc:sldMk cId="491574393" sldId="360"/>
            <ac:grpSpMk id="17" creationId="{EEC8E0AF-4545-BD12-B3F2-3089AA2852E5}"/>
          </ac:grpSpMkLst>
        </pc:grpChg>
        <pc:picChg chg="mod">
          <ac:chgData name="Behzad Khajavi" userId="91f07ca7-1fc8-4164-be9a-722dcaccfc6b" providerId="ADAL" clId="{ED6694FD-2C1E-4B1C-BFD4-42BDC280E96F}" dt="2026-03-24T14:06:21.403" v="19770" actId="12789"/>
          <ac:picMkLst>
            <pc:docMk/>
            <pc:sldMk cId="491574393" sldId="360"/>
            <ac:picMk id="9" creationId="{9CE30B23-2E15-69CF-D98E-E2D1C86EF285}"/>
          </ac:picMkLst>
        </pc:picChg>
        <pc:picChg chg="mod">
          <ac:chgData name="Behzad Khajavi" userId="91f07ca7-1fc8-4164-be9a-722dcaccfc6b" providerId="ADAL" clId="{ED6694FD-2C1E-4B1C-BFD4-42BDC280E96F}" dt="2026-03-24T14:06:21.403" v="19770" actId="12789"/>
          <ac:picMkLst>
            <pc:docMk/>
            <pc:sldMk cId="491574393" sldId="360"/>
            <ac:picMk id="10" creationId="{74148F63-F3F8-0090-C2EB-F138EEA7E464}"/>
          </ac:picMkLst>
        </pc:picChg>
        <pc:picChg chg="mod">
          <ac:chgData name="Behzad Khajavi" userId="91f07ca7-1fc8-4164-be9a-722dcaccfc6b" providerId="ADAL" clId="{ED6694FD-2C1E-4B1C-BFD4-42BDC280E96F}" dt="2026-03-24T14:06:21.403" v="19770" actId="12789"/>
          <ac:picMkLst>
            <pc:docMk/>
            <pc:sldMk cId="491574393" sldId="360"/>
            <ac:picMk id="11" creationId="{2FC5BB60-3F5E-ACF4-C942-FD3F5CDD62BA}"/>
          </ac:picMkLst>
        </pc:picChg>
        <pc:picChg chg="add mod">
          <ac:chgData name="Behzad Khajavi" userId="91f07ca7-1fc8-4164-be9a-722dcaccfc6b" providerId="ADAL" clId="{ED6694FD-2C1E-4B1C-BFD4-42BDC280E96F}" dt="2026-03-24T14:12:54.944" v="19774" actId="1076"/>
          <ac:picMkLst>
            <pc:docMk/>
            <pc:sldMk cId="491574393" sldId="360"/>
            <ac:picMk id="2050" creationId="{3E6B39EE-EA2B-AA52-DC8E-A3F2AE9FFFCB}"/>
          </ac:picMkLst>
        </pc:picChg>
      </pc:sldChg>
      <pc:sldChg chg="addSp delSp modSp add mod modAnim">
        <pc:chgData name="Behzad Khajavi" userId="91f07ca7-1fc8-4164-be9a-722dcaccfc6b" providerId="ADAL" clId="{ED6694FD-2C1E-4B1C-BFD4-42BDC280E96F}" dt="2026-03-25T15:30:54.285" v="23058" actId="1076"/>
        <pc:sldMkLst>
          <pc:docMk/>
          <pc:sldMk cId="35781604" sldId="361"/>
        </pc:sldMkLst>
        <pc:spChg chg="add mod">
          <ac:chgData name="Behzad Khajavi" userId="91f07ca7-1fc8-4164-be9a-722dcaccfc6b" providerId="ADAL" clId="{ED6694FD-2C1E-4B1C-BFD4-42BDC280E96F}" dt="2026-03-24T03:57:49.406" v="18760" actId="1038"/>
          <ac:spMkLst>
            <pc:docMk/>
            <pc:sldMk cId="35781604" sldId="361"/>
            <ac:spMk id="8" creationId="{7C12A8D6-20E7-E713-9553-FA8D6BA015E5}"/>
          </ac:spMkLst>
        </pc:spChg>
        <pc:spChg chg="add mod ord">
          <ac:chgData name="Behzad Khajavi" userId="91f07ca7-1fc8-4164-be9a-722dcaccfc6b" providerId="ADAL" clId="{ED6694FD-2C1E-4B1C-BFD4-42BDC280E96F}" dt="2026-03-24T03:59:44.073" v="18843" actId="1037"/>
          <ac:spMkLst>
            <pc:docMk/>
            <pc:sldMk cId="35781604" sldId="361"/>
            <ac:spMk id="9" creationId="{FEA5E64D-6ABC-B3B8-4624-90D93E5F91F9}"/>
          </ac:spMkLst>
        </pc:spChg>
        <pc:spChg chg="mod topLvl">
          <ac:chgData name="Behzad Khajavi" userId="91f07ca7-1fc8-4164-be9a-722dcaccfc6b" providerId="ADAL" clId="{ED6694FD-2C1E-4B1C-BFD4-42BDC280E96F}" dt="2026-03-23T23:43:11.746" v="14718" actId="164"/>
          <ac:spMkLst>
            <pc:docMk/>
            <pc:sldMk cId="35781604" sldId="361"/>
            <ac:spMk id="12" creationId="{96B9B91A-B064-F047-721E-A995AA9D1441}"/>
          </ac:spMkLst>
        </pc:spChg>
        <pc:spChg chg="add mod">
          <ac:chgData name="Behzad Khajavi" userId="91f07ca7-1fc8-4164-be9a-722dcaccfc6b" providerId="ADAL" clId="{ED6694FD-2C1E-4B1C-BFD4-42BDC280E96F}" dt="2026-03-23T23:43:11.746" v="14718" actId="164"/>
          <ac:spMkLst>
            <pc:docMk/>
            <pc:sldMk cId="35781604" sldId="361"/>
            <ac:spMk id="15" creationId="{808FB674-D5B6-E660-F705-279A0DC29662}"/>
          </ac:spMkLst>
        </pc:spChg>
        <pc:spChg chg="add mod">
          <ac:chgData name="Behzad Khajavi" userId="91f07ca7-1fc8-4164-be9a-722dcaccfc6b" providerId="ADAL" clId="{ED6694FD-2C1E-4B1C-BFD4-42BDC280E96F}" dt="2026-03-23T23:43:11.746" v="14718" actId="164"/>
          <ac:spMkLst>
            <pc:docMk/>
            <pc:sldMk cId="35781604" sldId="361"/>
            <ac:spMk id="16" creationId="{5FBA906C-FE77-D262-47F2-602D4E794DB8}"/>
          </ac:spMkLst>
        </pc:spChg>
        <pc:spChg chg="add mod">
          <ac:chgData name="Behzad Khajavi" userId="91f07ca7-1fc8-4164-be9a-722dcaccfc6b" providerId="ADAL" clId="{ED6694FD-2C1E-4B1C-BFD4-42BDC280E96F}" dt="2026-03-25T15:30:54.285" v="23058" actId="1076"/>
          <ac:spMkLst>
            <pc:docMk/>
            <pc:sldMk cId="35781604" sldId="361"/>
            <ac:spMk id="17" creationId="{B97F83A5-0071-25AF-50F7-A54E78216B7B}"/>
          </ac:spMkLst>
        </pc:spChg>
        <pc:spChg chg="add mod">
          <ac:chgData name="Behzad Khajavi" userId="91f07ca7-1fc8-4164-be9a-722dcaccfc6b" providerId="ADAL" clId="{ED6694FD-2C1E-4B1C-BFD4-42BDC280E96F}" dt="2026-03-24T03:58:59.705" v="18789" actId="552"/>
          <ac:spMkLst>
            <pc:docMk/>
            <pc:sldMk cId="35781604" sldId="361"/>
            <ac:spMk id="20" creationId="{8F2430DF-73B1-FD36-FCC6-2A8726E03FD6}"/>
          </ac:spMkLst>
        </pc:spChg>
        <pc:grpChg chg="add mod">
          <ac:chgData name="Behzad Khajavi" userId="91f07ca7-1fc8-4164-be9a-722dcaccfc6b" providerId="ADAL" clId="{ED6694FD-2C1E-4B1C-BFD4-42BDC280E96F}" dt="2026-03-24T03:58:44.916" v="18787" actId="1036"/>
          <ac:grpSpMkLst>
            <pc:docMk/>
            <pc:sldMk cId="35781604" sldId="361"/>
            <ac:grpSpMk id="18" creationId="{EA4EAC62-6638-17AA-B84C-3419ECCDEC0F}"/>
          </ac:grpSpMkLst>
        </pc:grpChg>
        <pc:picChg chg="mod topLvl modCrop">
          <ac:chgData name="Behzad Khajavi" userId="91f07ca7-1fc8-4164-be9a-722dcaccfc6b" providerId="ADAL" clId="{ED6694FD-2C1E-4B1C-BFD4-42BDC280E96F}" dt="2026-03-24T03:59:44.073" v="18843" actId="1037"/>
          <ac:picMkLst>
            <pc:docMk/>
            <pc:sldMk cId="35781604" sldId="361"/>
            <ac:picMk id="6" creationId="{92874A2B-BFB3-756D-CA4A-294D0A0A53DF}"/>
          </ac:picMkLst>
        </pc:picChg>
        <pc:picChg chg="mod topLvl">
          <ac:chgData name="Behzad Khajavi" userId="91f07ca7-1fc8-4164-be9a-722dcaccfc6b" providerId="ADAL" clId="{ED6694FD-2C1E-4B1C-BFD4-42BDC280E96F}" dt="2026-03-23T23:43:11.746" v="14718" actId="164"/>
          <ac:picMkLst>
            <pc:docMk/>
            <pc:sldMk cId="35781604" sldId="361"/>
            <ac:picMk id="13" creationId="{C4DA9C7C-4078-3037-98AB-BA57D3EEED2B}"/>
          </ac:picMkLst>
        </pc:picChg>
        <pc:picChg chg="mod topLvl">
          <ac:chgData name="Behzad Khajavi" userId="91f07ca7-1fc8-4164-be9a-722dcaccfc6b" providerId="ADAL" clId="{ED6694FD-2C1E-4B1C-BFD4-42BDC280E96F}" dt="2026-03-23T23:43:11.746" v="14718" actId="164"/>
          <ac:picMkLst>
            <pc:docMk/>
            <pc:sldMk cId="35781604" sldId="361"/>
            <ac:picMk id="14" creationId="{8B1E2FFA-459E-33E2-87D7-AA0BDD90287A}"/>
          </ac:picMkLst>
        </pc:picChg>
        <pc:cxnChg chg="add mod">
          <ac:chgData name="Behzad Khajavi" userId="91f07ca7-1fc8-4164-be9a-722dcaccfc6b" providerId="ADAL" clId="{ED6694FD-2C1E-4B1C-BFD4-42BDC280E96F}" dt="2026-03-23T23:43:11.746" v="14718" actId="164"/>
          <ac:cxnSpMkLst>
            <pc:docMk/>
            <pc:sldMk cId="35781604" sldId="361"/>
            <ac:cxnSpMk id="11" creationId="{F499843C-24F9-6532-B26B-30EF9FE5ED33}"/>
          </ac:cxnSpMkLst>
        </pc:cxnChg>
      </pc:sldChg>
      <pc:sldChg chg="addSp delSp modSp add mod ord">
        <pc:chgData name="Behzad Khajavi" userId="91f07ca7-1fc8-4164-be9a-722dcaccfc6b" providerId="ADAL" clId="{ED6694FD-2C1E-4B1C-BFD4-42BDC280E96F}" dt="2026-03-24T14:16:16.543" v="19783" actId="1035"/>
        <pc:sldMkLst>
          <pc:docMk/>
          <pc:sldMk cId="3281822323" sldId="362"/>
        </pc:sldMkLst>
        <pc:spChg chg="add mod">
          <ac:chgData name="Behzad Khajavi" userId="91f07ca7-1fc8-4164-be9a-722dcaccfc6b" providerId="ADAL" clId="{ED6694FD-2C1E-4B1C-BFD4-42BDC280E96F}" dt="2026-03-24T14:16:16.543" v="19783" actId="1035"/>
          <ac:spMkLst>
            <pc:docMk/>
            <pc:sldMk cId="3281822323" sldId="362"/>
            <ac:spMk id="5" creationId="{C50EDDE8-88A3-32D6-3F3C-160B68EC880C}"/>
          </ac:spMkLst>
        </pc:spChg>
        <pc:spChg chg="mod ord topLvl">
          <ac:chgData name="Behzad Khajavi" userId="91f07ca7-1fc8-4164-be9a-722dcaccfc6b" providerId="ADAL" clId="{ED6694FD-2C1E-4B1C-BFD4-42BDC280E96F}" dt="2026-03-06T16:02:36.830" v="5134" actId="2085"/>
          <ac:spMkLst>
            <pc:docMk/>
            <pc:sldMk cId="3281822323" sldId="362"/>
            <ac:spMk id="9" creationId="{39B2CCEB-64E7-D52D-4AAC-A2A1A1EAED74}"/>
          </ac:spMkLst>
        </pc:spChg>
        <pc:spChg chg="add mod">
          <ac:chgData name="Behzad Khajavi" userId="91f07ca7-1fc8-4164-be9a-722dcaccfc6b" providerId="ADAL" clId="{ED6694FD-2C1E-4B1C-BFD4-42BDC280E96F}" dt="2026-03-24T03:38:03.713" v="18200" actId="1035"/>
          <ac:spMkLst>
            <pc:docMk/>
            <pc:sldMk cId="3281822323" sldId="362"/>
            <ac:spMk id="10" creationId="{66597B3F-BFF1-113C-C466-18BCD740B0C1}"/>
          </ac:spMkLst>
        </pc:spChg>
        <pc:spChg chg="add mod">
          <ac:chgData name="Behzad Khajavi" userId="91f07ca7-1fc8-4164-be9a-722dcaccfc6b" providerId="ADAL" clId="{ED6694FD-2C1E-4B1C-BFD4-42BDC280E96F}" dt="2026-03-06T16:23:34.251" v="5218" actId="207"/>
          <ac:spMkLst>
            <pc:docMk/>
            <pc:sldMk cId="3281822323" sldId="362"/>
            <ac:spMk id="11" creationId="{1B31AD9D-1A04-1EEC-2EA2-D2F86CC6A65B}"/>
          </ac:spMkLst>
        </pc:spChg>
        <pc:spChg chg="add mod">
          <ac:chgData name="Behzad Khajavi" userId="91f07ca7-1fc8-4164-be9a-722dcaccfc6b" providerId="ADAL" clId="{ED6694FD-2C1E-4B1C-BFD4-42BDC280E96F}" dt="2026-03-06T16:23:34.251" v="5218" actId="207"/>
          <ac:spMkLst>
            <pc:docMk/>
            <pc:sldMk cId="3281822323" sldId="362"/>
            <ac:spMk id="12" creationId="{EFE20F8D-F24F-A3BE-40F8-49C2133DB9B6}"/>
          </ac:spMkLst>
        </pc:spChg>
        <pc:spChg chg="add mod ord">
          <ac:chgData name="Behzad Khajavi" userId="91f07ca7-1fc8-4164-be9a-722dcaccfc6b" providerId="ADAL" clId="{ED6694FD-2C1E-4B1C-BFD4-42BDC280E96F}" dt="2026-03-06T16:04:32.170" v="5198" actId="164"/>
          <ac:spMkLst>
            <pc:docMk/>
            <pc:sldMk cId="3281822323" sldId="362"/>
            <ac:spMk id="15" creationId="{1E3E302E-331B-DDDB-BE54-0A19E7E9BD42}"/>
          </ac:spMkLst>
        </pc:spChg>
        <pc:grpChg chg="add mod">
          <ac:chgData name="Behzad Khajavi" userId="91f07ca7-1fc8-4164-be9a-722dcaccfc6b" providerId="ADAL" clId="{ED6694FD-2C1E-4B1C-BFD4-42BDC280E96F}" dt="2026-03-06T16:01:07.069" v="5077" actId="164"/>
          <ac:grpSpMkLst>
            <pc:docMk/>
            <pc:sldMk cId="3281822323" sldId="362"/>
            <ac:grpSpMk id="13" creationId="{A84B0022-0AD3-E0EC-6D90-54333C7A590D}"/>
          </ac:grpSpMkLst>
        </pc:grpChg>
        <pc:grpChg chg="add mod">
          <ac:chgData name="Behzad Khajavi" userId="91f07ca7-1fc8-4164-be9a-722dcaccfc6b" providerId="ADAL" clId="{ED6694FD-2C1E-4B1C-BFD4-42BDC280E96F}" dt="2026-03-06T16:04:32.170" v="5198" actId="164"/>
          <ac:grpSpMkLst>
            <pc:docMk/>
            <pc:sldMk cId="3281822323" sldId="362"/>
            <ac:grpSpMk id="14" creationId="{DBE85C13-F8EF-8D26-9A2E-2777E98FE76D}"/>
          </ac:grpSpMkLst>
        </pc:grpChg>
        <pc:grpChg chg="add mod">
          <ac:chgData name="Behzad Khajavi" userId="91f07ca7-1fc8-4164-be9a-722dcaccfc6b" providerId="ADAL" clId="{ED6694FD-2C1E-4B1C-BFD4-42BDC280E96F}" dt="2026-03-24T14:16:16.543" v="19783" actId="1035"/>
          <ac:grpSpMkLst>
            <pc:docMk/>
            <pc:sldMk cId="3281822323" sldId="362"/>
            <ac:grpSpMk id="16" creationId="{73CD2C63-EEED-86CA-298A-701CB6B1038D}"/>
          </ac:grpSpMkLst>
        </pc:grpChg>
        <pc:picChg chg="add mod">
          <ac:chgData name="Behzad Khajavi" userId="91f07ca7-1fc8-4164-be9a-722dcaccfc6b" providerId="ADAL" clId="{ED6694FD-2C1E-4B1C-BFD4-42BDC280E96F}" dt="2026-03-24T14:16:16.543" v="19783" actId="1035"/>
          <ac:picMkLst>
            <pc:docMk/>
            <pc:sldMk cId="3281822323" sldId="362"/>
            <ac:picMk id="6" creationId="{7359874A-EAFB-DB6A-E6D1-6A2799373B18}"/>
          </ac:picMkLst>
        </pc:picChg>
        <pc:picChg chg="mod topLvl">
          <ac:chgData name="Behzad Khajavi" userId="91f07ca7-1fc8-4164-be9a-722dcaccfc6b" providerId="ADAL" clId="{ED6694FD-2C1E-4B1C-BFD4-42BDC280E96F}" dt="2026-03-06T16:04:18.983" v="5195" actId="1036"/>
          <ac:picMkLst>
            <pc:docMk/>
            <pc:sldMk cId="3281822323" sldId="362"/>
            <ac:picMk id="8" creationId="{9CB462E4-AC97-54B2-B822-2989E72D4DA1}"/>
          </ac:picMkLst>
        </pc:picChg>
      </pc:sldChg>
      <pc:sldChg chg="addSp delSp modSp add mod">
        <pc:chgData name="Behzad Khajavi" userId="91f07ca7-1fc8-4164-be9a-722dcaccfc6b" providerId="ADAL" clId="{ED6694FD-2C1E-4B1C-BFD4-42BDC280E96F}" dt="2026-03-24T17:27:15.601" v="20153" actId="1035"/>
        <pc:sldMkLst>
          <pc:docMk/>
          <pc:sldMk cId="3749506784" sldId="365"/>
        </pc:sldMkLst>
        <pc:spChg chg="mod">
          <ac:chgData name="Behzad Khajavi" userId="91f07ca7-1fc8-4164-be9a-722dcaccfc6b" providerId="ADAL" clId="{ED6694FD-2C1E-4B1C-BFD4-42BDC280E96F}" dt="2026-03-24T17:27:15.601" v="20153" actId="1035"/>
          <ac:spMkLst>
            <pc:docMk/>
            <pc:sldMk cId="3749506784" sldId="365"/>
            <ac:spMk id="7" creationId="{2022CEB1-B5A6-A53B-6858-136D9CF6D809}"/>
          </ac:spMkLst>
        </pc:spChg>
        <pc:spChg chg="mod">
          <ac:chgData name="Behzad Khajavi" userId="91f07ca7-1fc8-4164-be9a-722dcaccfc6b" providerId="ADAL" clId="{ED6694FD-2C1E-4B1C-BFD4-42BDC280E96F}" dt="2026-03-16T01:58:33.344" v="8842" actId="1036"/>
          <ac:spMkLst>
            <pc:docMk/>
            <pc:sldMk cId="3749506784" sldId="365"/>
            <ac:spMk id="10" creationId="{D09EDA05-1A58-4393-B3E7-596DFBEB861B}"/>
          </ac:spMkLst>
        </pc:spChg>
        <pc:spChg chg="add mod">
          <ac:chgData name="Behzad Khajavi" userId="91f07ca7-1fc8-4164-be9a-722dcaccfc6b" providerId="ADAL" clId="{ED6694FD-2C1E-4B1C-BFD4-42BDC280E96F}" dt="2026-03-24T17:24:50.147" v="20047" actId="1035"/>
          <ac:spMkLst>
            <pc:docMk/>
            <pc:sldMk cId="3749506784" sldId="365"/>
            <ac:spMk id="11" creationId="{DDA46E41-440D-AA0B-8732-D848437D3C5B}"/>
          </ac:spMkLst>
        </pc:spChg>
        <pc:spChg chg="mod">
          <ac:chgData name="Behzad Khajavi" userId="91f07ca7-1fc8-4164-be9a-722dcaccfc6b" providerId="ADAL" clId="{ED6694FD-2C1E-4B1C-BFD4-42BDC280E96F}" dt="2026-03-16T01:55:41.700" v="8613" actId="1037"/>
          <ac:spMkLst>
            <pc:docMk/>
            <pc:sldMk cId="3749506784" sldId="365"/>
            <ac:spMk id="13" creationId="{7F412267-1AA8-E340-19C7-950C5EB8A191}"/>
          </ac:spMkLst>
        </pc:spChg>
        <pc:spChg chg="mod ord">
          <ac:chgData name="Behzad Khajavi" userId="91f07ca7-1fc8-4164-be9a-722dcaccfc6b" providerId="ADAL" clId="{ED6694FD-2C1E-4B1C-BFD4-42BDC280E96F}" dt="2026-03-16T01:58:14.213" v="8817" actId="1035"/>
          <ac:spMkLst>
            <pc:docMk/>
            <pc:sldMk cId="3749506784" sldId="365"/>
            <ac:spMk id="16" creationId="{5A892E7F-196D-0B1B-3848-99812717B973}"/>
          </ac:spMkLst>
        </pc:spChg>
        <pc:grpChg chg="mod">
          <ac:chgData name="Behzad Khajavi" userId="91f07ca7-1fc8-4164-be9a-722dcaccfc6b" providerId="ADAL" clId="{ED6694FD-2C1E-4B1C-BFD4-42BDC280E96F}" dt="2026-03-24T17:27:10.543" v="20146" actId="1036"/>
          <ac:grpSpMkLst>
            <pc:docMk/>
            <pc:sldMk cId="3749506784" sldId="365"/>
            <ac:grpSpMk id="5" creationId="{91516BEE-21E7-AC15-696D-3E3190AFD98A}"/>
          </ac:grpSpMkLst>
        </pc:grpChg>
        <pc:grpChg chg="mod">
          <ac:chgData name="Behzad Khajavi" userId="91f07ca7-1fc8-4164-be9a-722dcaccfc6b" providerId="ADAL" clId="{ED6694FD-2C1E-4B1C-BFD4-42BDC280E96F}" dt="2026-03-16T01:58:29.878" v="8836" actId="1036"/>
          <ac:grpSpMkLst>
            <pc:docMk/>
            <pc:sldMk cId="3749506784" sldId="365"/>
            <ac:grpSpMk id="8" creationId="{D3EBA7A9-5D70-E1E8-FED5-924DFBC4B118}"/>
          </ac:grpSpMkLst>
        </pc:grpChg>
        <pc:grpChg chg="mod">
          <ac:chgData name="Behzad Khajavi" userId="91f07ca7-1fc8-4164-be9a-722dcaccfc6b" providerId="ADAL" clId="{ED6694FD-2C1E-4B1C-BFD4-42BDC280E96F}" dt="2026-03-16T01:55:41.700" v="8613" actId="1037"/>
          <ac:grpSpMkLst>
            <pc:docMk/>
            <pc:sldMk cId="3749506784" sldId="365"/>
            <ac:grpSpMk id="12" creationId="{769E3C37-C5A3-BCE2-4E3F-03BB1265DA64}"/>
          </ac:grpSpMkLst>
        </pc:grpChg>
        <pc:grpChg chg="add mod">
          <ac:chgData name="Behzad Khajavi" userId="91f07ca7-1fc8-4164-be9a-722dcaccfc6b" providerId="ADAL" clId="{ED6694FD-2C1E-4B1C-BFD4-42BDC280E96F}" dt="2026-03-16T01:58:14.213" v="8817" actId="1035"/>
          <ac:grpSpMkLst>
            <pc:docMk/>
            <pc:sldMk cId="3749506784" sldId="365"/>
            <ac:grpSpMk id="15" creationId="{6D3031FA-691A-4858-30A3-BB60A7E08832}"/>
          </ac:grpSpMkLst>
        </pc:grpChg>
        <pc:graphicFrameChg chg="add mod ord modGraphic">
          <ac:chgData name="Behzad Khajavi" userId="91f07ca7-1fc8-4164-be9a-722dcaccfc6b" providerId="ADAL" clId="{ED6694FD-2C1E-4B1C-BFD4-42BDC280E96F}" dt="2026-03-16T02:03:17.980" v="8861" actId="572"/>
          <ac:graphicFrameMkLst>
            <pc:docMk/>
            <pc:sldMk cId="3749506784" sldId="365"/>
            <ac:graphicFrameMk id="17" creationId="{894318B3-C272-26DC-6C3C-97241892058F}"/>
          </ac:graphicFrameMkLst>
        </pc:graphicFrameChg>
        <pc:picChg chg="mod">
          <ac:chgData name="Behzad Khajavi" userId="91f07ca7-1fc8-4164-be9a-722dcaccfc6b" providerId="ADAL" clId="{ED6694FD-2C1E-4B1C-BFD4-42BDC280E96F}" dt="2026-03-24T17:27:10.543" v="20146" actId="1036"/>
          <ac:picMkLst>
            <pc:docMk/>
            <pc:sldMk cId="3749506784" sldId="365"/>
            <ac:picMk id="6" creationId="{F5248940-4DC9-6983-F5D1-868589347244}"/>
          </ac:picMkLst>
        </pc:picChg>
        <pc:picChg chg="mod">
          <ac:chgData name="Behzad Khajavi" userId="91f07ca7-1fc8-4164-be9a-722dcaccfc6b" providerId="ADAL" clId="{ED6694FD-2C1E-4B1C-BFD4-42BDC280E96F}" dt="2026-03-16T01:58:29.878" v="8836" actId="1036"/>
          <ac:picMkLst>
            <pc:docMk/>
            <pc:sldMk cId="3749506784" sldId="365"/>
            <ac:picMk id="9" creationId="{B670FDD8-9D2B-A98B-9374-98EFEA47C5EB}"/>
          </ac:picMkLst>
        </pc:picChg>
        <pc:picChg chg="mod">
          <ac:chgData name="Behzad Khajavi" userId="91f07ca7-1fc8-4164-be9a-722dcaccfc6b" providerId="ADAL" clId="{ED6694FD-2C1E-4B1C-BFD4-42BDC280E96F}" dt="2026-03-16T01:55:41.700" v="8613" actId="1037"/>
          <ac:picMkLst>
            <pc:docMk/>
            <pc:sldMk cId="3749506784" sldId="365"/>
            <ac:picMk id="14" creationId="{F8E08AE4-C550-ACD6-1481-31C626FBB3F8}"/>
          </ac:picMkLst>
        </pc:picChg>
        <pc:picChg chg="add mod">
          <ac:chgData name="Behzad Khajavi" userId="91f07ca7-1fc8-4164-be9a-722dcaccfc6b" providerId="ADAL" clId="{ED6694FD-2C1E-4B1C-BFD4-42BDC280E96F}" dt="2026-03-16T01:58:14.213" v="8817" actId="1035"/>
          <ac:picMkLst>
            <pc:docMk/>
            <pc:sldMk cId="3749506784" sldId="365"/>
            <ac:picMk id="9218" creationId="{303B4277-6736-06A2-F97D-3287341889F4}"/>
          </ac:picMkLst>
        </pc:picChg>
      </pc:sldChg>
      <pc:sldChg chg="addSp delSp modSp add del mod modAnim">
        <pc:chgData name="Behzad Khajavi" userId="91f07ca7-1fc8-4164-be9a-722dcaccfc6b" providerId="ADAL" clId="{ED6694FD-2C1E-4B1C-BFD4-42BDC280E96F}" dt="2026-03-24T02:01:02.609" v="16346" actId="47"/>
        <pc:sldMkLst>
          <pc:docMk/>
          <pc:sldMk cId="188405348" sldId="366"/>
        </pc:sldMkLst>
        <pc:spChg chg="del mod topLvl">
          <ac:chgData name="Behzad Khajavi" userId="91f07ca7-1fc8-4164-be9a-722dcaccfc6b" providerId="ADAL" clId="{ED6694FD-2C1E-4B1C-BFD4-42BDC280E96F}" dt="2026-03-24T00:40:01.275" v="14863" actId="21"/>
          <ac:spMkLst>
            <pc:docMk/>
            <pc:sldMk cId="188405348" sldId="366"/>
            <ac:spMk id="6" creationId="{07E465E3-DF4F-58CE-435B-9934AF52814B}"/>
          </ac:spMkLst>
        </pc:spChg>
        <pc:spChg chg="del mod topLvl">
          <ac:chgData name="Behzad Khajavi" userId="91f07ca7-1fc8-4164-be9a-722dcaccfc6b" providerId="ADAL" clId="{ED6694FD-2C1E-4B1C-BFD4-42BDC280E96F}" dt="2026-03-24T00:40:21.097" v="14867" actId="21"/>
          <ac:spMkLst>
            <pc:docMk/>
            <pc:sldMk cId="188405348" sldId="366"/>
            <ac:spMk id="8" creationId="{4DE1C3F7-E5E1-9EB8-1CC6-2FA39A136746}"/>
          </ac:spMkLst>
        </pc:spChg>
        <pc:spChg chg="del mod topLvl">
          <ac:chgData name="Behzad Khajavi" userId="91f07ca7-1fc8-4164-be9a-722dcaccfc6b" providerId="ADAL" clId="{ED6694FD-2C1E-4B1C-BFD4-42BDC280E96F}" dt="2026-03-24T00:40:38.276" v="14871" actId="21"/>
          <ac:spMkLst>
            <pc:docMk/>
            <pc:sldMk cId="188405348" sldId="366"/>
            <ac:spMk id="10" creationId="{0D1C69CD-94EA-D8A8-91F7-8949BCA426C4}"/>
          </ac:spMkLst>
        </pc:spChg>
        <pc:spChg chg="del mod topLvl">
          <ac:chgData name="Behzad Khajavi" userId="91f07ca7-1fc8-4164-be9a-722dcaccfc6b" providerId="ADAL" clId="{ED6694FD-2C1E-4B1C-BFD4-42BDC280E96F}" dt="2026-03-24T00:41:03.169" v="14877" actId="21"/>
          <ac:spMkLst>
            <pc:docMk/>
            <pc:sldMk cId="188405348" sldId="366"/>
            <ac:spMk id="12" creationId="{B1051261-7071-0555-C112-E01A8BF46054}"/>
          </ac:spMkLst>
        </pc:spChg>
        <pc:spChg chg="del mod topLvl">
          <ac:chgData name="Behzad Khajavi" userId="91f07ca7-1fc8-4164-be9a-722dcaccfc6b" providerId="ADAL" clId="{ED6694FD-2C1E-4B1C-BFD4-42BDC280E96F}" dt="2026-03-24T00:42:18.217" v="14898" actId="21"/>
          <ac:spMkLst>
            <pc:docMk/>
            <pc:sldMk cId="188405348" sldId="366"/>
            <ac:spMk id="14" creationId="{D31B292A-19D6-8190-4E8F-9649EB2F516A}"/>
          </ac:spMkLst>
        </pc:spChg>
        <pc:spChg chg="del mod topLvl">
          <ac:chgData name="Behzad Khajavi" userId="91f07ca7-1fc8-4164-be9a-722dcaccfc6b" providerId="ADAL" clId="{ED6694FD-2C1E-4B1C-BFD4-42BDC280E96F}" dt="2026-03-24T00:42:33.818" v="14902" actId="21"/>
          <ac:spMkLst>
            <pc:docMk/>
            <pc:sldMk cId="188405348" sldId="366"/>
            <ac:spMk id="16" creationId="{CFA71BE6-5E36-43D9-BD81-130FB0820CAF}"/>
          </ac:spMkLst>
        </pc:spChg>
        <pc:spChg chg="del mod topLvl">
          <ac:chgData name="Behzad Khajavi" userId="91f07ca7-1fc8-4164-be9a-722dcaccfc6b" providerId="ADAL" clId="{ED6694FD-2C1E-4B1C-BFD4-42BDC280E96F}" dt="2026-03-24T00:47:36.680" v="14984" actId="21"/>
          <ac:spMkLst>
            <pc:docMk/>
            <pc:sldMk cId="188405348" sldId="366"/>
            <ac:spMk id="18" creationId="{8F8E0AE1-BAC3-1B8D-B6FA-9DBBBBD0C6FA}"/>
          </ac:spMkLst>
        </pc:spChg>
        <pc:spChg chg="del mod topLvl">
          <ac:chgData name="Behzad Khajavi" userId="91f07ca7-1fc8-4164-be9a-722dcaccfc6b" providerId="ADAL" clId="{ED6694FD-2C1E-4B1C-BFD4-42BDC280E96F}" dt="2026-03-24T00:47:36.680" v="14984" actId="21"/>
          <ac:spMkLst>
            <pc:docMk/>
            <pc:sldMk cId="188405348" sldId="366"/>
            <ac:spMk id="21" creationId="{0CDE6B88-15F0-29AB-7F56-738AB4410022}"/>
          </ac:spMkLst>
        </pc:spChg>
        <pc:spChg chg="add mod ord topLvl">
          <ac:chgData name="Behzad Khajavi" userId="91f07ca7-1fc8-4164-be9a-722dcaccfc6b" providerId="ADAL" clId="{ED6694FD-2C1E-4B1C-BFD4-42BDC280E96F}" dt="2026-03-24T00:39:39.867" v="14862" actId="165"/>
          <ac:spMkLst>
            <pc:docMk/>
            <pc:sldMk cId="188405348" sldId="366"/>
            <ac:spMk id="24" creationId="{EB65B728-A24B-A5CD-A7AF-ED9A009426D9}"/>
          </ac:spMkLst>
        </pc:spChg>
        <pc:spChg chg="add mod ord topLvl">
          <ac:chgData name="Behzad Khajavi" userId="91f07ca7-1fc8-4164-be9a-722dcaccfc6b" providerId="ADAL" clId="{ED6694FD-2C1E-4B1C-BFD4-42BDC280E96F}" dt="2026-03-24T00:39:39.867" v="14862" actId="165"/>
          <ac:spMkLst>
            <pc:docMk/>
            <pc:sldMk cId="188405348" sldId="366"/>
            <ac:spMk id="25" creationId="{CAC1915C-602C-114B-1081-F15D91A174E1}"/>
          </ac:spMkLst>
        </pc:spChg>
        <pc:spChg chg="add mod ord topLvl">
          <ac:chgData name="Behzad Khajavi" userId="91f07ca7-1fc8-4164-be9a-722dcaccfc6b" providerId="ADAL" clId="{ED6694FD-2C1E-4B1C-BFD4-42BDC280E96F}" dt="2026-03-24T00:39:39.867" v="14862" actId="165"/>
          <ac:spMkLst>
            <pc:docMk/>
            <pc:sldMk cId="188405348" sldId="366"/>
            <ac:spMk id="26" creationId="{A59ACB90-88EA-91B8-0608-0CA41F2DC529}"/>
          </ac:spMkLst>
        </pc:spChg>
        <pc:grpChg chg="add mod">
          <ac:chgData name="Behzad Khajavi" userId="91f07ca7-1fc8-4164-be9a-722dcaccfc6b" providerId="ADAL" clId="{ED6694FD-2C1E-4B1C-BFD4-42BDC280E96F}" dt="2026-03-24T00:29:41.645" v="14854" actId="14100"/>
          <ac:grpSpMkLst>
            <pc:docMk/>
            <pc:sldMk cId="188405348" sldId="366"/>
            <ac:grpSpMk id="28" creationId="{FB5C6BDF-311C-23C9-AF1B-49B18D1EC312}"/>
          </ac:grpSpMkLst>
        </pc:grpChg>
        <pc:picChg chg="del mod topLvl">
          <ac:chgData name="Behzad Khajavi" userId="91f07ca7-1fc8-4164-be9a-722dcaccfc6b" providerId="ADAL" clId="{ED6694FD-2C1E-4B1C-BFD4-42BDC280E96F}" dt="2026-03-24T00:40:38.276" v="14871" actId="21"/>
          <ac:picMkLst>
            <pc:docMk/>
            <pc:sldMk cId="188405348" sldId="366"/>
            <ac:picMk id="11" creationId="{75E8BDCA-7AE9-41DF-D03A-01A966C9533C}"/>
          </ac:picMkLst>
        </pc:picChg>
        <pc:picChg chg="del mod topLvl">
          <ac:chgData name="Behzad Khajavi" userId="91f07ca7-1fc8-4164-be9a-722dcaccfc6b" providerId="ADAL" clId="{ED6694FD-2C1E-4B1C-BFD4-42BDC280E96F}" dt="2026-03-24T00:42:18.217" v="14898" actId="21"/>
          <ac:picMkLst>
            <pc:docMk/>
            <pc:sldMk cId="188405348" sldId="366"/>
            <ac:picMk id="15" creationId="{255DE9F3-4631-9719-2DAB-72E6095787B1}"/>
          </ac:picMkLst>
        </pc:picChg>
        <pc:picChg chg="del mod topLvl">
          <ac:chgData name="Behzad Khajavi" userId="91f07ca7-1fc8-4164-be9a-722dcaccfc6b" providerId="ADAL" clId="{ED6694FD-2C1E-4B1C-BFD4-42BDC280E96F}" dt="2026-03-24T00:47:36.680" v="14984" actId="21"/>
          <ac:picMkLst>
            <pc:docMk/>
            <pc:sldMk cId="188405348" sldId="366"/>
            <ac:picMk id="19" creationId="{152B24F2-2EBC-AC1E-4447-2EDF104BE11D}"/>
          </ac:picMkLst>
        </pc:picChg>
        <pc:picChg chg="add del mod">
          <ac:chgData name="Behzad Khajavi" userId="91f07ca7-1fc8-4164-be9a-722dcaccfc6b" providerId="ADAL" clId="{ED6694FD-2C1E-4B1C-BFD4-42BDC280E96F}" dt="2026-03-24T00:30:41.589" v="14859" actId="478"/>
          <ac:picMkLst>
            <pc:docMk/>
            <pc:sldMk cId="188405348" sldId="366"/>
            <ac:picMk id="31" creationId="{6BF9DF37-4FFB-3B29-B848-75128025A66B}"/>
          </ac:picMkLst>
        </pc:picChg>
        <pc:picChg chg="add del mod">
          <ac:chgData name="Behzad Khajavi" userId="91f07ca7-1fc8-4164-be9a-722dcaccfc6b" providerId="ADAL" clId="{ED6694FD-2C1E-4B1C-BFD4-42BDC280E96F}" dt="2026-03-24T00:52:11.532" v="15053" actId="21"/>
          <ac:picMkLst>
            <pc:docMk/>
            <pc:sldMk cId="188405348" sldId="366"/>
            <ac:picMk id="7170" creationId="{BEC47357-A643-3DE9-E29A-DCE1C0471720}"/>
          </ac:picMkLst>
        </pc:picChg>
        <pc:picChg chg="add del mod">
          <ac:chgData name="Behzad Khajavi" userId="91f07ca7-1fc8-4164-be9a-722dcaccfc6b" providerId="ADAL" clId="{ED6694FD-2C1E-4B1C-BFD4-42BDC280E96F}" dt="2026-03-24T00:30:37.524" v="14858" actId="478"/>
          <ac:picMkLst>
            <pc:docMk/>
            <pc:sldMk cId="188405348" sldId="366"/>
            <ac:picMk id="7172" creationId="{A1ACBFC7-A105-75BF-8732-5BD48976B61C}"/>
          </ac:picMkLst>
        </pc:picChg>
        <pc:picChg chg="add del mod">
          <ac:chgData name="Behzad Khajavi" userId="91f07ca7-1fc8-4164-be9a-722dcaccfc6b" providerId="ADAL" clId="{ED6694FD-2C1E-4B1C-BFD4-42BDC280E96F}" dt="2026-03-24T00:40:01.275" v="14863" actId="21"/>
          <ac:picMkLst>
            <pc:docMk/>
            <pc:sldMk cId="188405348" sldId="366"/>
            <ac:picMk id="7178" creationId="{43DFE000-CD06-0811-8BEA-07AA446EA0D1}"/>
          </ac:picMkLst>
        </pc:picChg>
      </pc:sldChg>
      <pc:sldChg chg="addSp delSp modSp add mod">
        <pc:chgData name="Behzad Khajavi" userId="91f07ca7-1fc8-4164-be9a-722dcaccfc6b" providerId="ADAL" clId="{ED6694FD-2C1E-4B1C-BFD4-42BDC280E96F}" dt="2026-03-24T17:30:35.458" v="20339" actId="255"/>
        <pc:sldMkLst>
          <pc:docMk/>
          <pc:sldMk cId="4238605068" sldId="367"/>
        </pc:sldMkLst>
        <pc:spChg chg="add del mod">
          <ac:chgData name="Behzad Khajavi" userId="91f07ca7-1fc8-4164-be9a-722dcaccfc6b" providerId="ADAL" clId="{ED6694FD-2C1E-4B1C-BFD4-42BDC280E96F}" dt="2026-03-24T01:07:30.361" v="15377" actId="478"/>
          <ac:spMkLst>
            <pc:docMk/>
            <pc:sldMk cId="4238605068" sldId="367"/>
            <ac:spMk id="7" creationId="{0CCE3728-A2A0-C760-3345-CFF1BBF00A4C}"/>
          </ac:spMkLst>
        </pc:spChg>
        <pc:spChg chg="add mod">
          <ac:chgData name="Behzad Khajavi" userId="91f07ca7-1fc8-4164-be9a-722dcaccfc6b" providerId="ADAL" clId="{ED6694FD-2C1E-4B1C-BFD4-42BDC280E96F}" dt="2026-03-24T01:21:28.717" v="15713" actId="1036"/>
          <ac:spMkLst>
            <pc:docMk/>
            <pc:sldMk cId="4238605068" sldId="367"/>
            <ac:spMk id="8" creationId="{72D886AB-B635-8DAC-3D33-13A9FB994D83}"/>
          </ac:spMkLst>
        </pc:spChg>
        <pc:spChg chg="add mod ord">
          <ac:chgData name="Behzad Khajavi" userId="91f07ca7-1fc8-4164-be9a-722dcaccfc6b" providerId="ADAL" clId="{ED6694FD-2C1E-4B1C-BFD4-42BDC280E96F}" dt="2026-03-24T01:21:15.558" v="15692" actId="1036"/>
          <ac:spMkLst>
            <pc:docMk/>
            <pc:sldMk cId="4238605068" sldId="367"/>
            <ac:spMk id="13" creationId="{2ACB0908-60EF-DC4E-58FE-C69B3575D913}"/>
          </ac:spMkLst>
        </pc:spChg>
        <pc:spChg chg="add mod ord">
          <ac:chgData name="Behzad Khajavi" userId="91f07ca7-1fc8-4164-be9a-722dcaccfc6b" providerId="ADAL" clId="{ED6694FD-2C1E-4B1C-BFD4-42BDC280E96F}" dt="2026-03-24T01:21:15.558" v="15692" actId="1036"/>
          <ac:spMkLst>
            <pc:docMk/>
            <pc:sldMk cId="4238605068" sldId="367"/>
            <ac:spMk id="14" creationId="{0A60A9BE-8C56-C0E3-7E32-42A4261536F5}"/>
          </ac:spMkLst>
        </pc:spChg>
        <pc:spChg chg="add mod ord">
          <ac:chgData name="Behzad Khajavi" userId="91f07ca7-1fc8-4164-be9a-722dcaccfc6b" providerId="ADAL" clId="{ED6694FD-2C1E-4B1C-BFD4-42BDC280E96F}" dt="2026-03-24T01:21:15.558" v="15692" actId="1036"/>
          <ac:spMkLst>
            <pc:docMk/>
            <pc:sldMk cId="4238605068" sldId="367"/>
            <ac:spMk id="15" creationId="{3A499362-AE15-3BF5-9122-5C9578860ED3}"/>
          </ac:spMkLst>
        </pc:spChg>
        <pc:spChg chg="add mod">
          <ac:chgData name="Behzad Khajavi" userId="91f07ca7-1fc8-4164-be9a-722dcaccfc6b" providerId="ADAL" clId="{ED6694FD-2C1E-4B1C-BFD4-42BDC280E96F}" dt="2026-03-24T17:30:35.458" v="20339" actId="255"/>
          <ac:spMkLst>
            <pc:docMk/>
            <pc:sldMk cId="4238605068" sldId="367"/>
            <ac:spMk id="17" creationId="{1A68E3BB-4845-EDD2-00FC-71D4E8C82DEB}"/>
          </ac:spMkLst>
        </pc:spChg>
        <pc:spChg chg="add del mod">
          <ac:chgData name="Behzad Khajavi" userId="91f07ca7-1fc8-4164-be9a-722dcaccfc6b" providerId="ADAL" clId="{ED6694FD-2C1E-4B1C-BFD4-42BDC280E96F}" dt="2026-03-24T01:08:20.972" v="15397" actId="478"/>
          <ac:spMkLst>
            <pc:docMk/>
            <pc:sldMk cId="4238605068" sldId="367"/>
            <ac:spMk id="21" creationId="{D8C5FCF6-B81C-9B39-E826-C1266A345C03}"/>
          </ac:spMkLst>
        </pc:spChg>
        <pc:spChg chg="add mod">
          <ac:chgData name="Behzad Khajavi" userId="91f07ca7-1fc8-4164-be9a-722dcaccfc6b" providerId="ADAL" clId="{ED6694FD-2C1E-4B1C-BFD4-42BDC280E96F}" dt="2026-03-24T01:21:28.717" v="15713" actId="1036"/>
          <ac:spMkLst>
            <pc:docMk/>
            <pc:sldMk cId="4238605068" sldId="367"/>
            <ac:spMk id="23" creationId="{9FAD1CE0-9548-8611-ECF4-AB9B93290E93}"/>
          </ac:spMkLst>
        </pc:spChg>
        <pc:spChg chg="add mod">
          <ac:chgData name="Behzad Khajavi" userId="91f07ca7-1fc8-4164-be9a-722dcaccfc6b" providerId="ADAL" clId="{ED6694FD-2C1E-4B1C-BFD4-42BDC280E96F}" dt="2026-03-24T01:21:28.717" v="15713" actId="1036"/>
          <ac:spMkLst>
            <pc:docMk/>
            <pc:sldMk cId="4238605068" sldId="367"/>
            <ac:spMk id="25" creationId="{65039A2A-B5A9-BB61-4A93-5D7EA8DEA5A5}"/>
          </ac:spMkLst>
        </pc:spChg>
        <pc:grpChg chg="add mod">
          <ac:chgData name="Behzad Khajavi" userId="91f07ca7-1fc8-4164-be9a-722dcaccfc6b" providerId="ADAL" clId="{ED6694FD-2C1E-4B1C-BFD4-42BDC280E96F}" dt="2026-03-24T01:19:49.248" v="15518" actId="1038"/>
          <ac:grpSpMkLst>
            <pc:docMk/>
            <pc:sldMk cId="4238605068" sldId="367"/>
            <ac:grpSpMk id="16" creationId="{4A6725D5-32A3-7338-A875-C999D2BCD18D}"/>
          </ac:grpSpMkLst>
        </pc:grpChg>
        <pc:grpChg chg="add mod">
          <ac:chgData name="Behzad Khajavi" userId="91f07ca7-1fc8-4164-be9a-722dcaccfc6b" providerId="ADAL" clId="{ED6694FD-2C1E-4B1C-BFD4-42BDC280E96F}" dt="2026-03-24T01:20:57.165" v="15659" actId="1036"/>
          <ac:grpSpMkLst>
            <pc:docMk/>
            <pc:sldMk cId="4238605068" sldId="367"/>
            <ac:grpSpMk id="19" creationId="{2F7307BE-6680-CD56-6561-B0DF09BEA324}"/>
          </ac:grpSpMkLst>
        </pc:grpChg>
        <pc:grpChg chg="add mod">
          <ac:chgData name="Behzad Khajavi" userId="91f07ca7-1fc8-4164-be9a-722dcaccfc6b" providerId="ADAL" clId="{ED6694FD-2C1E-4B1C-BFD4-42BDC280E96F}" dt="2026-03-24T01:21:15.558" v="15692" actId="1036"/>
          <ac:grpSpMkLst>
            <pc:docMk/>
            <pc:sldMk cId="4238605068" sldId="367"/>
            <ac:grpSpMk id="20" creationId="{813540FA-B1F4-CA90-9E97-51500A9373B0}"/>
          </ac:grpSpMkLst>
        </pc:grpChg>
        <pc:picChg chg="add mod">
          <ac:chgData name="Behzad Khajavi" userId="91f07ca7-1fc8-4164-be9a-722dcaccfc6b" providerId="ADAL" clId="{ED6694FD-2C1E-4B1C-BFD4-42BDC280E96F}" dt="2026-03-24T01:21:15.558" v="15692" actId="1036"/>
          <ac:picMkLst>
            <pc:docMk/>
            <pc:sldMk cId="4238605068" sldId="367"/>
            <ac:picMk id="5" creationId="{5330D3D0-4415-2CEF-7A4C-2DCAF2A11609}"/>
          </ac:picMkLst>
        </pc:picChg>
        <pc:picChg chg="add mod">
          <ac:chgData name="Behzad Khajavi" userId="91f07ca7-1fc8-4164-be9a-722dcaccfc6b" providerId="ADAL" clId="{ED6694FD-2C1E-4B1C-BFD4-42BDC280E96F}" dt="2026-03-24T01:21:15.558" v="15692" actId="1036"/>
          <ac:picMkLst>
            <pc:docMk/>
            <pc:sldMk cId="4238605068" sldId="367"/>
            <ac:picMk id="6" creationId="{4117C43C-98E4-CAD3-F543-DB99D37A2456}"/>
          </ac:picMkLst>
        </pc:picChg>
        <pc:picChg chg="add mod">
          <ac:chgData name="Behzad Khajavi" userId="91f07ca7-1fc8-4164-be9a-722dcaccfc6b" providerId="ADAL" clId="{ED6694FD-2C1E-4B1C-BFD4-42BDC280E96F}" dt="2026-03-24T01:21:15.558" v="15692" actId="1036"/>
          <ac:picMkLst>
            <pc:docMk/>
            <pc:sldMk cId="4238605068" sldId="367"/>
            <ac:picMk id="9" creationId="{71516884-8024-CE87-90A4-A6DF93FC5B21}"/>
          </ac:picMkLst>
        </pc:picChg>
        <pc:picChg chg="add mod">
          <ac:chgData name="Behzad Khajavi" userId="91f07ca7-1fc8-4164-be9a-722dcaccfc6b" providerId="ADAL" clId="{ED6694FD-2C1E-4B1C-BFD4-42BDC280E96F}" dt="2026-03-24T01:21:15.558" v="15692" actId="1036"/>
          <ac:picMkLst>
            <pc:docMk/>
            <pc:sldMk cId="4238605068" sldId="367"/>
            <ac:picMk id="10" creationId="{ED3061D3-93F4-B05A-DEE6-B1B1C2E8609C}"/>
          </ac:picMkLst>
        </pc:picChg>
        <pc:picChg chg="add mod">
          <ac:chgData name="Behzad Khajavi" userId="91f07ca7-1fc8-4164-be9a-722dcaccfc6b" providerId="ADAL" clId="{ED6694FD-2C1E-4B1C-BFD4-42BDC280E96F}" dt="2026-03-24T01:21:15.558" v="15692" actId="1036"/>
          <ac:picMkLst>
            <pc:docMk/>
            <pc:sldMk cId="4238605068" sldId="367"/>
            <ac:picMk id="11" creationId="{49910C0C-F7A1-0F69-095D-BE0C8E72B20C}"/>
          </ac:picMkLst>
        </pc:picChg>
        <pc:picChg chg="add mod">
          <ac:chgData name="Behzad Khajavi" userId="91f07ca7-1fc8-4164-be9a-722dcaccfc6b" providerId="ADAL" clId="{ED6694FD-2C1E-4B1C-BFD4-42BDC280E96F}" dt="2026-03-24T01:21:15.558" v="15692" actId="1036"/>
          <ac:picMkLst>
            <pc:docMk/>
            <pc:sldMk cId="4238605068" sldId="367"/>
            <ac:picMk id="12" creationId="{C6BADEFA-FEDF-F7B6-50F0-E1512AAEBB96}"/>
          </ac:picMkLst>
        </pc:picChg>
      </pc:sldChg>
      <pc:sldChg chg="addSp delSp modSp add mod">
        <pc:chgData name="Behzad Khajavi" userId="91f07ca7-1fc8-4164-be9a-722dcaccfc6b" providerId="ADAL" clId="{ED6694FD-2C1E-4B1C-BFD4-42BDC280E96F}" dt="2026-03-24T17:28:08.003" v="20188" actId="1036"/>
        <pc:sldMkLst>
          <pc:docMk/>
          <pc:sldMk cId="365928433" sldId="368"/>
        </pc:sldMkLst>
        <pc:spChg chg="add mod">
          <ac:chgData name="Behzad Khajavi" userId="91f07ca7-1fc8-4164-be9a-722dcaccfc6b" providerId="ADAL" clId="{ED6694FD-2C1E-4B1C-BFD4-42BDC280E96F}" dt="2026-03-24T01:29:52.896" v="15779" actId="554"/>
          <ac:spMkLst>
            <pc:docMk/>
            <pc:sldMk cId="365928433" sldId="368"/>
            <ac:spMk id="5" creationId="{F464A58F-49BC-A779-0D2E-E9095017EEFF}"/>
          </ac:spMkLst>
        </pc:spChg>
        <pc:spChg chg="add mod ord">
          <ac:chgData name="Behzad Khajavi" userId="91f07ca7-1fc8-4164-be9a-722dcaccfc6b" providerId="ADAL" clId="{ED6694FD-2C1E-4B1C-BFD4-42BDC280E96F}" dt="2026-03-24T01:29:52.896" v="15779" actId="554"/>
          <ac:spMkLst>
            <pc:docMk/>
            <pc:sldMk cId="365928433" sldId="368"/>
            <ac:spMk id="7" creationId="{DF915834-C1B9-FB30-AC78-A4A0D3B0E5E4}"/>
          </ac:spMkLst>
        </pc:spChg>
        <pc:spChg chg="add del mod">
          <ac:chgData name="Behzad Khajavi" userId="91f07ca7-1fc8-4164-be9a-722dcaccfc6b" providerId="ADAL" clId="{ED6694FD-2C1E-4B1C-BFD4-42BDC280E96F}" dt="2026-03-24T01:21:41.735" v="15714" actId="478"/>
          <ac:spMkLst>
            <pc:docMk/>
            <pc:sldMk cId="365928433" sldId="368"/>
            <ac:spMk id="8" creationId="{5EC809CA-0BC7-0CFB-CFA1-98739F87CC15}"/>
          </ac:spMkLst>
        </pc:spChg>
        <pc:spChg chg="add mod ord">
          <ac:chgData name="Behzad Khajavi" userId="91f07ca7-1fc8-4164-be9a-722dcaccfc6b" providerId="ADAL" clId="{ED6694FD-2C1E-4B1C-BFD4-42BDC280E96F}" dt="2026-03-24T01:30:00.379" v="15780" actId="554"/>
          <ac:spMkLst>
            <pc:docMk/>
            <pc:sldMk cId="365928433" sldId="368"/>
            <ac:spMk id="13" creationId="{CCCCFE15-08CC-1335-B57E-CBD0857D0883}"/>
          </ac:spMkLst>
        </pc:spChg>
        <pc:spChg chg="add mod">
          <ac:chgData name="Behzad Khajavi" userId="91f07ca7-1fc8-4164-be9a-722dcaccfc6b" providerId="ADAL" clId="{ED6694FD-2C1E-4B1C-BFD4-42BDC280E96F}" dt="2026-03-24T17:28:08.003" v="20188" actId="1036"/>
          <ac:spMkLst>
            <pc:docMk/>
            <pc:sldMk cId="365928433" sldId="368"/>
            <ac:spMk id="15" creationId="{626CFC0D-C56A-35B9-6E9B-8B3D759E2D66}"/>
          </ac:spMkLst>
        </pc:spChg>
        <pc:spChg chg="add mod">
          <ac:chgData name="Behzad Khajavi" userId="91f07ca7-1fc8-4164-be9a-722dcaccfc6b" providerId="ADAL" clId="{ED6694FD-2C1E-4B1C-BFD4-42BDC280E96F}" dt="2026-03-24T01:30:00.379" v="15780" actId="554"/>
          <ac:spMkLst>
            <pc:docMk/>
            <pc:sldMk cId="365928433" sldId="368"/>
            <ac:spMk id="17" creationId="{DC370B23-37FB-335A-8F61-D901238D4895}"/>
          </ac:spMkLst>
        </pc:spChg>
        <pc:grpChg chg="add mod">
          <ac:chgData name="Behzad Khajavi" userId="91f07ca7-1fc8-4164-be9a-722dcaccfc6b" providerId="ADAL" clId="{ED6694FD-2C1E-4B1C-BFD4-42BDC280E96F}" dt="2026-03-24T01:29:52.896" v="15779" actId="554"/>
          <ac:grpSpMkLst>
            <pc:docMk/>
            <pc:sldMk cId="365928433" sldId="368"/>
            <ac:grpSpMk id="12" creationId="{4A1CCD50-6A77-45AA-AA4D-039B2036D266}"/>
          </ac:grpSpMkLst>
        </pc:grpChg>
        <pc:grpChg chg="add mod">
          <ac:chgData name="Behzad Khajavi" userId="91f07ca7-1fc8-4164-be9a-722dcaccfc6b" providerId="ADAL" clId="{ED6694FD-2C1E-4B1C-BFD4-42BDC280E96F}" dt="2026-03-24T01:30:00.379" v="15780" actId="554"/>
          <ac:grpSpMkLst>
            <pc:docMk/>
            <pc:sldMk cId="365928433" sldId="368"/>
            <ac:grpSpMk id="14" creationId="{6654C60B-7CDC-F4AB-D11F-EA64E2F57D75}"/>
          </ac:grpSpMkLst>
        </pc:grpChg>
        <pc:picChg chg="add mod">
          <ac:chgData name="Behzad Khajavi" userId="91f07ca7-1fc8-4164-be9a-722dcaccfc6b" providerId="ADAL" clId="{ED6694FD-2C1E-4B1C-BFD4-42BDC280E96F}" dt="2026-03-24T01:29:52.896" v="15779" actId="554"/>
          <ac:picMkLst>
            <pc:docMk/>
            <pc:sldMk cId="365928433" sldId="368"/>
            <ac:picMk id="6" creationId="{C8F8649B-BC4A-7B7B-E1EA-DF5C10E4BCA2}"/>
          </ac:picMkLst>
        </pc:picChg>
        <pc:picChg chg="add mod">
          <ac:chgData name="Behzad Khajavi" userId="91f07ca7-1fc8-4164-be9a-722dcaccfc6b" providerId="ADAL" clId="{ED6694FD-2C1E-4B1C-BFD4-42BDC280E96F}" dt="2026-03-24T01:30:00.379" v="15780" actId="554"/>
          <ac:picMkLst>
            <pc:docMk/>
            <pc:sldMk cId="365928433" sldId="368"/>
            <ac:picMk id="9" creationId="{7B896272-A8B5-706F-62D9-2ACC003FB4FD}"/>
          </ac:picMkLst>
        </pc:picChg>
        <pc:picChg chg="add mod">
          <ac:chgData name="Behzad Khajavi" userId="91f07ca7-1fc8-4164-be9a-722dcaccfc6b" providerId="ADAL" clId="{ED6694FD-2C1E-4B1C-BFD4-42BDC280E96F}" dt="2026-03-24T01:30:00.379" v="15780" actId="554"/>
          <ac:picMkLst>
            <pc:docMk/>
            <pc:sldMk cId="365928433" sldId="368"/>
            <ac:picMk id="10" creationId="{68A7EE85-AAE0-C8C9-37FA-28E947E489CE}"/>
          </ac:picMkLst>
        </pc:picChg>
        <pc:picChg chg="add mod">
          <ac:chgData name="Behzad Khajavi" userId="91f07ca7-1fc8-4164-be9a-722dcaccfc6b" providerId="ADAL" clId="{ED6694FD-2C1E-4B1C-BFD4-42BDC280E96F}" dt="2026-03-24T01:29:52.896" v="15779" actId="554"/>
          <ac:picMkLst>
            <pc:docMk/>
            <pc:sldMk cId="365928433" sldId="368"/>
            <ac:picMk id="11" creationId="{7752B57C-1820-41D3-D92E-F309EEBEC17E}"/>
          </ac:picMkLst>
        </pc:picChg>
      </pc:sldChg>
      <pc:sldChg chg="addSp modSp add mod">
        <pc:chgData name="Behzad Khajavi" userId="91f07ca7-1fc8-4164-be9a-722dcaccfc6b" providerId="ADAL" clId="{ED6694FD-2C1E-4B1C-BFD4-42BDC280E96F}" dt="2026-03-24T17:28:33.450" v="20223" actId="1038"/>
        <pc:sldMkLst>
          <pc:docMk/>
          <pc:sldMk cId="593724925" sldId="369"/>
        </pc:sldMkLst>
        <pc:spChg chg="add mod">
          <ac:chgData name="Behzad Khajavi" userId="91f07ca7-1fc8-4164-be9a-722dcaccfc6b" providerId="ADAL" clId="{ED6694FD-2C1E-4B1C-BFD4-42BDC280E96F}" dt="2026-03-24T17:28:33.450" v="20223" actId="1038"/>
          <ac:spMkLst>
            <pc:docMk/>
            <pc:sldMk cId="593724925" sldId="369"/>
            <ac:spMk id="6" creationId="{204DAC8B-22C8-F583-1EB3-71207582277A}"/>
          </ac:spMkLst>
        </pc:spChg>
        <pc:spChg chg="add mod">
          <ac:chgData name="Behzad Khajavi" userId="91f07ca7-1fc8-4164-be9a-722dcaccfc6b" providerId="ADAL" clId="{ED6694FD-2C1E-4B1C-BFD4-42BDC280E96F}" dt="2026-03-24T16:28:45.272" v="19968" actId="255"/>
          <ac:spMkLst>
            <pc:docMk/>
            <pc:sldMk cId="593724925" sldId="369"/>
            <ac:spMk id="8" creationId="{2CD38E46-19C5-B219-DFA7-97F48B43EB96}"/>
          </ac:spMkLst>
        </pc:spChg>
        <pc:spChg chg="add mod">
          <ac:chgData name="Behzad Khajavi" userId="91f07ca7-1fc8-4164-be9a-722dcaccfc6b" providerId="ADAL" clId="{ED6694FD-2C1E-4B1C-BFD4-42BDC280E96F}" dt="2026-03-24T16:28:52.346" v="19969" actId="255"/>
          <ac:spMkLst>
            <pc:docMk/>
            <pc:sldMk cId="593724925" sldId="369"/>
            <ac:spMk id="9" creationId="{C50EBE47-033A-8AC7-7C71-06D145FCEFA2}"/>
          </ac:spMkLst>
        </pc:spChg>
        <pc:spChg chg="add mod">
          <ac:chgData name="Behzad Khajavi" userId="91f07ca7-1fc8-4164-be9a-722dcaccfc6b" providerId="ADAL" clId="{ED6694FD-2C1E-4B1C-BFD4-42BDC280E96F}" dt="2026-03-24T16:28:59.073" v="19970" actId="255"/>
          <ac:spMkLst>
            <pc:docMk/>
            <pc:sldMk cId="593724925" sldId="369"/>
            <ac:spMk id="10" creationId="{3E40D427-2693-624C-ABD6-58C210D11EB6}"/>
          </ac:spMkLst>
        </pc:spChg>
        <pc:spChg chg="add mod">
          <ac:chgData name="Behzad Khajavi" userId="91f07ca7-1fc8-4164-be9a-722dcaccfc6b" providerId="ADAL" clId="{ED6694FD-2C1E-4B1C-BFD4-42BDC280E96F}" dt="2026-03-24T01:31:08.130" v="15814" actId="554"/>
          <ac:spMkLst>
            <pc:docMk/>
            <pc:sldMk cId="593724925" sldId="369"/>
            <ac:spMk id="12" creationId="{F6F79314-23BF-7AEE-20FB-31D110751C71}"/>
          </ac:spMkLst>
        </pc:spChg>
        <pc:spChg chg="add mod">
          <ac:chgData name="Behzad Khajavi" userId="91f07ca7-1fc8-4164-be9a-722dcaccfc6b" providerId="ADAL" clId="{ED6694FD-2C1E-4B1C-BFD4-42BDC280E96F}" dt="2026-03-24T01:31:08.130" v="15814" actId="554"/>
          <ac:spMkLst>
            <pc:docMk/>
            <pc:sldMk cId="593724925" sldId="369"/>
            <ac:spMk id="13" creationId="{5537729A-554E-2C0B-E318-02E273252576}"/>
          </ac:spMkLst>
        </pc:spChg>
        <pc:spChg chg="add mod">
          <ac:chgData name="Behzad Khajavi" userId="91f07ca7-1fc8-4164-be9a-722dcaccfc6b" providerId="ADAL" clId="{ED6694FD-2C1E-4B1C-BFD4-42BDC280E96F}" dt="2026-03-24T01:31:08.130" v="15814" actId="554"/>
          <ac:spMkLst>
            <pc:docMk/>
            <pc:sldMk cId="593724925" sldId="369"/>
            <ac:spMk id="14" creationId="{9DD018A3-0BFD-D232-FC7E-5E545B3D77EC}"/>
          </ac:spMkLst>
        </pc:spChg>
        <pc:spChg chg="add mod ord">
          <ac:chgData name="Behzad Khajavi" userId="91f07ca7-1fc8-4164-be9a-722dcaccfc6b" providerId="ADAL" clId="{ED6694FD-2C1E-4B1C-BFD4-42BDC280E96F}" dt="2026-03-24T01:31:08.130" v="15814" actId="554"/>
          <ac:spMkLst>
            <pc:docMk/>
            <pc:sldMk cId="593724925" sldId="369"/>
            <ac:spMk id="15" creationId="{1A2370FB-116D-85DA-F20D-C86BCB00B7AE}"/>
          </ac:spMkLst>
        </pc:spChg>
        <pc:spChg chg="add mod ord">
          <ac:chgData name="Behzad Khajavi" userId="91f07ca7-1fc8-4164-be9a-722dcaccfc6b" providerId="ADAL" clId="{ED6694FD-2C1E-4B1C-BFD4-42BDC280E96F}" dt="2026-03-24T01:31:08.130" v="15814" actId="554"/>
          <ac:spMkLst>
            <pc:docMk/>
            <pc:sldMk cId="593724925" sldId="369"/>
            <ac:spMk id="16" creationId="{19E2FC65-3FCD-AE1E-84A5-DE072B52008C}"/>
          </ac:spMkLst>
        </pc:spChg>
        <pc:spChg chg="add mod ord">
          <ac:chgData name="Behzad Khajavi" userId="91f07ca7-1fc8-4164-be9a-722dcaccfc6b" providerId="ADAL" clId="{ED6694FD-2C1E-4B1C-BFD4-42BDC280E96F}" dt="2026-03-24T01:31:08.130" v="15814" actId="554"/>
          <ac:spMkLst>
            <pc:docMk/>
            <pc:sldMk cId="593724925" sldId="369"/>
            <ac:spMk id="17" creationId="{88073965-E608-22AA-4CAF-C7A837523E26}"/>
          </ac:spMkLst>
        </pc:spChg>
        <pc:grpChg chg="add mod">
          <ac:chgData name="Behzad Khajavi" userId="91f07ca7-1fc8-4164-be9a-722dcaccfc6b" providerId="ADAL" clId="{ED6694FD-2C1E-4B1C-BFD4-42BDC280E96F}" dt="2026-03-07T22:48:06.147" v="6143" actId="1037"/>
          <ac:grpSpMkLst>
            <pc:docMk/>
            <pc:sldMk cId="593724925" sldId="369"/>
            <ac:grpSpMk id="18" creationId="{4B1BCCA7-C942-2F0C-A68A-6194469E29C0}"/>
          </ac:grpSpMkLst>
        </pc:grpChg>
        <pc:grpChg chg="add mod">
          <ac:chgData name="Behzad Khajavi" userId="91f07ca7-1fc8-4164-be9a-722dcaccfc6b" providerId="ADAL" clId="{ED6694FD-2C1E-4B1C-BFD4-42BDC280E96F}" dt="2026-03-07T22:45:31.883" v="6085" actId="408"/>
          <ac:grpSpMkLst>
            <pc:docMk/>
            <pc:sldMk cId="593724925" sldId="369"/>
            <ac:grpSpMk id="19" creationId="{6E5F7BC4-C327-E66D-018A-7EB1224CDE24}"/>
          </ac:grpSpMkLst>
        </pc:grpChg>
        <pc:grpChg chg="add mod">
          <ac:chgData name="Behzad Khajavi" userId="91f07ca7-1fc8-4164-be9a-722dcaccfc6b" providerId="ADAL" clId="{ED6694FD-2C1E-4B1C-BFD4-42BDC280E96F}" dt="2026-03-07T22:47:59.103" v="6117" actId="1037"/>
          <ac:grpSpMkLst>
            <pc:docMk/>
            <pc:sldMk cId="593724925" sldId="369"/>
            <ac:grpSpMk id="20" creationId="{E27AD49B-4384-0C97-F474-F7488AA738C5}"/>
          </ac:grpSpMkLst>
        </pc:grpChg>
        <pc:picChg chg="add mod">
          <ac:chgData name="Behzad Khajavi" userId="91f07ca7-1fc8-4164-be9a-722dcaccfc6b" providerId="ADAL" clId="{ED6694FD-2C1E-4B1C-BFD4-42BDC280E96F}" dt="2026-03-07T22:45:31.883" v="6085" actId="408"/>
          <ac:picMkLst>
            <pc:docMk/>
            <pc:sldMk cId="593724925" sldId="369"/>
            <ac:picMk id="5" creationId="{6B1552D6-E1AC-FEC3-3965-68245924E41B}"/>
          </ac:picMkLst>
        </pc:picChg>
        <pc:picChg chg="add mod">
          <ac:chgData name="Behzad Khajavi" userId="91f07ca7-1fc8-4164-be9a-722dcaccfc6b" providerId="ADAL" clId="{ED6694FD-2C1E-4B1C-BFD4-42BDC280E96F}" dt="2026-03-07T22:48:06.147" v="6143" actId="1037"/>
          <ac:picMkLst>
            <pc:docMk/>
            <pc:sldMk cId="593724925" sldId="369"/>
            <ac:picMk id="7" creationId="{AA73D597-BF7D-8DDC-368B-0CDC776624BC}"/>
          </ac:picMkLst>
        </pc:picChg>
        <pc:picChg chg="add mod">
          <ac:chgData name="Behzad Khajavi" userId="91f07ca7-1fc8-4164-be9a-722dcaccfc6b" providerId="ADAL" clId="{ED6694FD-2C1E-4B1C-BFD4-42BDC280E96F}" dt="2026-03-24T01:31:08.130" v="15814" actId="554"/>
          <ac:picMkLst>
            <pc:docMk/>
            <pc:sldMk cId="593724925" sldId="369"/>
            <ac:picMk id="11" creationId="{8D463C22-5C80-5AFA-83D9-8CEEF77F651A}"/>
          </ac:picMkLst>
        </pc:picChg>
      </pc:sldChg>
      <pc:sldChg chg="addSp delSp modSp add mod ord delAnim modAnim">
        <pc:chgData name="Behzad Khajavi" userId="91f07ca7-1fc8-4164-be9a-722dcaccfc6b" providerId="ADAL" clId="{ED6694FD-2C1E-4B1C-BFD4-42BDC280E96F}" dt="2026-03-24T17:26:45.881" v="20124" actId="1036"/>
        <pc:sldMkLst>
          <pc:docMk/>
          <pc:sldMk cId="2913917700" sldId="370"/>
        </pc:sldMkLst>
        <pc:spChg chg="add mod">
          <ac:chgData name="Behzad Khajavi" userId="91f07ca7-1fc8-4164-be9a-722dcaccfc6b" providerId="ADAL" clId="{ED6694FD-2C1E-4B1C-BFD4-42BDC280E96F}" dt="2026-03-24T17:26:45.881" v="20124" actId="1036"/>
          <ac:spMkLst>
            <pc:docMk/>
            <pc:sldMk cId="2913917700" sldId="370"/>
            <ac:spMk id="5" creationId="{E11A165C-3BB3-1302-089E-2B4B61FDA9E3}"/>
          </ac:spMkLst>
        </pc:spChg>
        <pc:spChg chg="add del mod">
          <ac:chgData name="Behzad Khajavi" userId="91f07ca7-1fc8-4164-be9a-722dcaccfc6b" providerId="ADAL" clId="{ED6694FD-2C1E-4B1C-BFD4-42BDC280E96F}" dt="2026-03-24T17:26:03.456" v="20097" actId="478"/>
          <ac:spMkLst>
            <pc:docMk/>
            <pc:sldMk cId="2913917700" sldId="370"/>
            <ac:spMk id="6" creationId="{B79D4424-F7F9-19B3-31AF-94784F746AE0}"/>
          </ac:spMkLst>
        </pc:spChg>
        <pc:spChg chg="add mod">
          <ac:chgData name="Behzad Khajavi" userId="91f07ca7-1fc8-4164-be9a-722dcaccfc6b" providerId="ADAL" clId="{ED6694FD-2C1E-4B1C-BFD4-42BDC280E96F}" dt="2026-03-16T17:54:22.978" v="9841" actId="164"/>
          <ac:spMkLst>
            <pc:docMk/>
            <pc:sldMk cId="2913917700" sldId="370"/>
            <ac:spMk id="19" creationId="{D72E39AD-41FE-A476-86C3-0AB18954A6D6}"/>
          </ac:spMkLst>
        </pc:spChg>
        <pc:spChg chg="add mod">
          <ac:chgData name="Behzad Khajavi" userId="91f07ca7-1fc8-4164-be9a-722dcaccfc6b" providerId="ADAL" clId="{ED6694FD-2C1E-4B1C-BFD4-42BDC280E96F}" dt="2026-03-16T17:56:43.155" v="9940" actId="164"/>
          <ac:spMkLst>
            <pc:docMk/>
            <pc:sldMk cId="2913917700" sldId="370"/>
            <ac:spMk id="21" creationId="{DEEA59E0-63B0-38B6-7EC1-24BE70A0E51E}"/>
          </ac:spMkLst>
        </pc:spChg>
        <pc:spChg chg="add mod">
          <ac:chgData name="Behzad Khajavi" userId="91f07ca7-1fc8-4164-be9a-722dcaccfc6b" providerId="ADAL" clId="{ED6694FD-2C1E-4B1C-BFD4-42BDC280E96F}" dt="2026-03-24T01:04:18.119" v="15334" actId="1038"/>
          <ac:spMkLst>
            <pc:docMk/>
            <pc:sldMk cId="2913917700" sldId="370"/>
            <ac:spMk id="22" creationId="{0BF99455-78C1-287A-2703-AB5F63C44386}"/>
          </ac:spMkLst>
        </pc:spChg>
        <pc:spChg chg="add mod">
          <ac:chgData name="Behzad Khajavi" userId="91f07ca7-1fc8-4164-be9a-722dcaccfc6b" providerId="ADAL" clId="{ED6694FD-2C1E-4B1C-BFD4-42BDC280E96F}" dt="2026-03-16T17:57:34.517" v="9958" actId="1038"/>
          <ac:spMkLst>
            <pc:docMk/>
            <pc:sldMk cId="2913917700" sldId="370"/>
            <ac:spMk id="23" creationId="{F48688CA-A768-626D-305F-F555EB5745CB}"/>
          </ac:spMkLst>
        </pc:spChg>
        <pc:spChg chg="add mod ord">
          <ac:chgData name="Behzad Khajavi" userId="91f07ca7-1fc8-4164-be9a-722dcaccfc6b" providerId="ADAL" clId="{ED6694FD-2C1E-4B1C-BFD4-42BDC280E96F}" dt="2026-03-24T01:03:49.144" v="15318" actId="14100"/>
          <ac:spMkLst>
            <pc:docMk/>
            <pc:sldMk cId="2913917700" sldId="370"/>
            <ac:spMk id="24" creationId="{C52E3BA9-3E0E-D81A-2E2E-C661110A7771}"/>
          </ac:spMkLst>
        </pc:spChg>
        <pc:spChg chg="add mod ord">
          <ac:chgData name="Behzad Khajavi" userId="91f07ca7-1fc8-4164-be9a-722dcaccfc6b" providerId="ADAL" clId="{ED6694FD-2C1E-4B1C-BFD4-42BDC280E96F}" dt="2026-03-24T01:04:14.723" v="15330" actId="14100"/>
          <ac:spMkLst>
            <pc:docMk/>
            <pc:sldMk cId="2913917700" sldId="370"/>
            <ac:spMk id="26" creationId="{5FBD4806-08FC-11C2-7F6D-77633C4F88A0}"/>
          </ac:spMkLst>
        </pc:spChg>
        <pc:spChg chg="add mod ord">
          <ac:chgData name="Behzad Khajavi" userId="91f07ca7-1fc8-4164-be9a-722dcaccfc6b" providerId="ADAL" clId="{ED6694FD-2C1E-4B1C-BFD4-42BDC280E96F}" dt="2026-03-24T01:02:48.032" v="15306" actId="14100"/>
          <ac:spMkLst>
            <pc:docMk/>
            <pc:sldMk cId="2913917700" sldId="370"/>
            <ac:spMk id="28" creationId="{7BDCA261-FE97-0DB4-D969-F1E9ADC244CA}"/>
          </ac:spMkLst>
        </pc:spChg>
        <pc:spChg chg="add mod ord">
          <ac:chgData name="Behzad Khajavi" userId="91f07ca7-1fc8-4164-be9a-722dcaccfc6b" providerId="ADAL" clId="{ED6694FD-2C1E-4B1C-BFD4-42BDC280E96F}" dt="2026-03-24T01:04:45.382" v="15341" actId="1038"/>
          <ac:spMkLst>
            <pc:docMk/>
            <pc:sldMk cId="2913917700" sldId="370"/>
            <ac:spMk id="30" creationId="{C63F2433-E991-6614-6ED2-C5B14FCF1EED}"/>
          </ac:spMkLst>
        </pc:spChg>
        <pc:grpChg chg="add mod">
          <ac:chgData name="Behzad Khajavi" userId="91f07ca7-1fc8-4164-be9a-722dcaccfc6b" providerId="ADAL" clId="{ED6694FD-2C1E-4B1C-BFD4-42BDC280E96F}" dt="2026-03-24T01:05:06.535" v="15352" actId="552"/>
          <ac:grpSpMkLst>
            <pc:docMk/>
            <pc:sldMk cId="2913917700" sldId="370"/>
            <ac:grpSpMk id="25" creationId="{2D4013E8-801F-B5DC-1172-1B60F182B0BF}"/>
          </ac:grpSpMkLst>
        </pc:grpChg>
        <pc:grpChg chg="add mod">
          <ac:chgData name="Behzad Khajavi" userId="91f07ca7-1fc8-4164-be9a-722dcaccfc6b" providerId="ADAL" clId="{ED6694FD-2C1E-4B1C-BFD4-42BDC280E96F}" dt="2026-03-24T01:05:19.700" v="15356" actId="553"/>
          <ac:grpSpMkLst>
            <pc:docMk/>
            <pc:sldMk cId="2913917700" sldId="370"/>
            <ac:grpSpMk id="27" creationId="{5F81C659-983A-6EC4-0DFB-245756B32078}"/>
          </ac:grpSpMkLst>
        </pc:grpChg>
        <pc:grpChg chg="add mod">
          <ac:chgData name="Behzad Khajavi" userId="91f07ca7-1fc8-4164-be9a-722dcaccfc6b" providerId="ADAL" clId="{ED6694FD-2C1E-4B1C-BFD4-42BDC280E96F}" dt="2026-03-24T01:05:19.700" v="15356" actId="553"/>
          <ac:grpSpMkLst>
            <pc:docMk/>
            <pc:sldMk cId="2913917700" sldId="370"/>
            <ac:grpSpMk id="29" creationId="{4CA8E3ED-2927-1717-8344-1C230E320AE6}"/>
          </ac:grpSpMkLst>
        </pc:grpChg>
        <pc:grpChg chg="add mod">
          <ac:chgData name="Behzad Khajavi" userId="91f07ca7-1fc8-4164-be9a-722dcaccfc6b" providerId="ADAL" clId="{ED6694FD-2C1E-4B1C-BFD4-42BDC280E96F}" dt="2026-03-24T01:05:06.535" v="15352" actId="552"/>
          <ac:grpSpMkLst>
            <pc:docMk/>
            <pc:sldMk cId="2913917700" sldId="370"/>
            <ac:grpSpMk id="31" creationId="{AA1DC8B6-F02C-0DE4-B24A-DC7F3FB09925}"/>
          </ac:grpSpMkLst>
        </pc:grpChg>
        <pc:picChg chg="add mod">
          <ac:chgData name="Behzad Khajavi" userId="91f07ca7-1fc8-4164-be9a-722dcaccfc6b" providerId="ADAL" clId="{ED6694FD-2C1E-4B1C-BFD4-42BDC280E96F}" dt="2026-03-24T01:03:52.920" v="15325" actId="1038"/>
          <ac:picMkLst>
            <pc:docMk/>
            <pc:sldMk cId="2913917700" sldId="370"/>
            <ac:picMk id="8" creationId="{99BFCA79-8BB1-7EBA-84B3-F03D6F326491}"/>
          </ac:picMkLst>
        </pc:picChg>
        <pc:picChg chg="add mod">
          <ac:chgData name="Behzad Khajavi" userId="91f07ca7-1fc8-4164-be9a-722dcaccfc6b" providerId="ADAL" clId="{ED6694FD-2C1E-4B1C-BFD4-42BDC280E96F}" dt="2026-03-24T01:04:34.517" v="15339" actId="2085"/>
          <ac:picMkLst>
            <pc:docMk/>
            <pc:sldMk cId="2913917700" sldId="370"/>
            <ac:picMk id="10" creationId="{6EFAED13-B5BA-BA39-7EB7-B1457DAA39D0}"/>
          </ac:picMkLst>
        </pc:picChg>
        <pc:picChg chg="add mod">
          <ac:chgData name="Behzad Khajavi" userId="91f07ca7-1fc8-4164-be9a-722dcaccfc6b" providerId="ADAL" clId="{ED6694FD-2C1E-4B1C-BFD4-42BDC280E96F}" dt="2026-03-24T01:03:23.555" v="15314" actId="2085"/>
          <ac:picMkLst>
            <pc:docMk/>
            <pc:sldMk cId="2913917700" sldId="370"/>
            <ac:picMk id="12" creationId="{A97C22CF-D91C-A121-D385-51B08EB8978E}"/>
          </ac:picMkLst>
        </pc:picChg>
        <pc:picChg chg="add mod">
          <ac:chgData name="Behzad Khajavi" userId="91f07ca7-1fc8-4164-be9a-722dcaccfc6b" providerId="ADAL" clId="{ED6694FD-2C1E-4B1C-BFD4-42BDC280E96F}" dt="2026-03-24T01:03:16.903" v="15313" actId="1038"/>
          <ac:picMkLst>
            <pc:docMk/>
            <pc:sldMk cId="2913917700" sldId="370"/>
            <ac:picMk id="16" creationId="{E3637CE9-3946-0EB0-0C41-243DA2D731C7}"/>
          </ac:picMkLst>
        </pc:picChg>
      </pc:sldChg>
      <pc:sldChg chg="addSp delSp modSp add mod ord modAnim">
        <pc:chgData name="Behzad Khajavi" userId="91f07ca7-1fc8-4164-be9a-722dcaccfc6b" providerId="ADAL" clId="{ED6694FD-2C1E-4B1C-BFD4-42BDC280E96F}" dt="2026-03-24T17:28:56.657" v="20264" actId="1037"/>
        <pc:sldMkLst>
          <pc:docMk/>
          <pc:sldMk cId="3469177451" sldId="371"/>
        </pc:sldMkLst>
        <pc:spChg chg="add del mod">
          <ac:chgData name="Behzad Khajavi" userId="91f07ca7-1fc8-4164-be9a-722dcaccfc6b" providerId="ADAL" clId="{ED6694FD-2C1E-4B1C-BFD4-42BDC280E96F}" dt="2026-03-24T01:36:14.890" v="15821" actId="478"/>
          <ac:spMkLst>
            <pc:docMk/>
            <pc:sldMk cId="3469177451" sldId="371"/>
            <ac:spMk id="5" creationId="{B75DBC73-00E3-DF34-D437-8AFA5CA5025F}"/>
          </ac:spMkLst>
        </pc:spChg>
        <pc:spChg chg="mod">
          <ac:chgData name="Behzad Khajavi" userId="91f07ca7-1fc8-4164-be9a-722dcaccfc6b" providerId="ADAL" clId="{ED6694FD-2C1E-4B1C-BFD4-42BDC280E96F}" dt="2026-03-24T01:34:23.198" v="15819" actId="1076"/>
          <ac:spMkLst>
            <pc:docMk/>
            <pc:sldMk cId="3469177451" sldId="371"/>
            <ac:spMk id="10" creationId="{0D37F2DB-AC9E-03EF-1E72-C45D0A5017DC}"/>
          </ac:spMkLst>
        </pc:spChg>
        <pc:spChg chg="add mod topLvl">
          <ac:chgData name="Behzad Khajavi" userId="91f07ca7-1fc8-4164-be9a-722dcaccfc6b" providerId="ADAL" clId="{ED6694FD-2C1E-4B1C-BFD4-42BDC280E96F}" dt="2026-03-24T01:39:03.669" v="15896" actId="14100"/>
          <ac:spMkLst>
            <pc:docMk/>
            <pc:sldMk cId="3469177451" sldId="371"/>
            <ac:spMk id="71" creationId="{D104C26C-02A5-A74E-81C2-1015028C1941}"/>
          </ac:spMkLst>
        </pc:spChg>
        <pc:spChg chg="add del mod ord">
          <ac:chgData name="Behzad Khajavi" userId="91f07ca7-1fc8-4164-be9a-722dcaccfc6b" providerId="ADAL" clId="{ED6694FD-2C1E-4B1C-BFD4-42BDC280E96F}" dt="2026-03-24T01:37:16.043" v="15836" actId="478"/>
          <ac:spMkLst>
            <pc:docMk/>
            <pc:sldMk cId="3469177451" sldId="371"/>
            <ac:spMk id="72" creationId="{F8DCC2EE-8925-9E50-2607-044EECAE8D99}"/>
          </ac:spMkLst>
        </pc:spChg>
        <pc:spChg chg="add mod">
          <ac:chgData name="Behzad Khajavi" userId="91f07ca7-1fc8-4164-be9a-722dcaccfc6b" providerId="ADAL" clId="{ED6694FD-2C1E-4B1C-BFD4-42BDC280E96F}" dt="2026-03-24T17:28:56.657" v="20264" actId="1037"/>
          <ac:spMkLst>
            <pc:docMk/>
            <pc:sldMk cId="3469177451" sldId="371"/>
            <ac:spMk id="75" creationId="{758582FA-748E-7320-CB49-D7E6CAA7BF4A}"/>
          </ac:spMkLst>
        </pc:spChg>
        <pc:spChg chg="add del">
          <ac:chgData name="Behzad Khajavi" userId="91f07ca7-1fc8-4164-be9a-722dcaccfc6b" providerId="ADAL" clId="{ED6694FD-2C1E-4B1C-BFD4-42BDC280E96F}" dt="2026-03-24T01:47:12.961" v="15921" actId="478"/>
          <ac:spMkLst>
            <pc:docMk/>
            <pc:sldMk cId="3469177451" sldId="371"/>
            <ac:spMk id="76" creationId="{6D0ACBFB-6AEF-0825-3617-387237EB5BA0}"/>
          </ac:spMkLst>
        </pc:spChg>
        <pc:grpChg chg="add del mod">
          <ac:chgData name="Behzad Khajavi" userId="91f07ca7-1fc8-4164-be9a-722dcaccfc6b" providerId="ADAL" clId="{ED6694FD-2C1E-4B1C-BFD4-42BDC280E96F}" dt="2026-03-24T01:37:37.028" v="15839" actId="165"/>
          <ac:grpSpMkLst>
            <pc:docMk/>
            <pc:sldMk cId="3469177451" sldId="371"/>
            <ac:grpSpMk id="73" creationId="{054BC25B-47DB-BFA2-1B3D-4A95D391324F}"/>
          </ac:grpSpMkLst>
        </pc:grpChg>
        <pc:grpChg chg="add del mod">
          <ac:chgData name="Behzad Khajavi" userId="91f07ca7-1fc8-4164-be9a-722dcaccfc6b" providerId="ADAL" clId="{ED6694FD-2C1E-4B1C-BFD4-42BDC280E96F}" dt="2026-03-24T01:36:54.575" v="15834" actId="21"/>
          <ac:grpSpMkLst>
            <pc:docMk/>
            <pc:sldMk cId="3469177451" sldId="371"/>
            <ac:grpSpMk id="74" creationId="{B2AFF39C-4C2F-3DFD-ED3F-A9D5F032AA07}"/>
          </ac:grpSpMkLst>
        </pc:grpChg>
        <pc:picChg chg="add mod">
          <ac:chgData name="Behzad Khajavi" userId="91f07ca7-1fc8-4164-be9a-722dcaccfc6b" providerId="ADAL" clId="{ED6694FD-2C1E-4B1C-BFD4-42BDC280E96F}" dt="2026-03-24T01:49:32.076" v="15960" actId="1037"/>
          <ac:picMkLst>
            <pc:docMk/>
            <pc:sldMk cId="3469177451" sldId="371"/>
            <ac:picMk id="78" creationId="{99442FD6-53E5-D708-C705-492A687962F7}"/>
          </ac:picMkLst>
        </pc:picChg>
        <pc:picChg chg="add mod">
          <ac:chgData name="Behzad Khajavi" userId="91f07ca7-1fc8-4164-be9a-722dcaccfc6b" providerId="ADAL" clId="{ED6694FD-2C1E-4B1C-BFD4-42BDC280E96F}" dt="2026-03-24T01:45:22.382" v="15912" actId="12789"/>
          <ac:picMkLst>
            <pc:docMk/>
            <pc:sldMk cId="3469177451" sldId="371"/>
            <ac:picMk id="1026" creationId="{BCF15859-96A3-6968-4BA0-13F9A0B4B074}"/>
          </ac:picMkLst>
        </pc:picChg>
        <pc:picChg chg="add mod">
          <ac:chgData name="Behzad Khajavi" userId="91f07ca7-1fc8-4164-be9a-722dcaccfc6b" providerId="ADAL" clId="{ED6694FD-2C1E-4B1C-BFD4-42BDC280E96F}" dt="2026-03-24T16:26:34.478" v="19945" actId="1038"/>
          <ac:picMkLst>
            <pc:docMk/>
            <pc:sldMk cId="3469177451" sldId="371"/>
            <ac:picMk id="1028" creationId="{492EB6C8-A7F8-31D7-6642-ECB7F045CA94}"/>
          </ac:picMkLst>
        </pc:picChg>
        <pc:picChg chg="add mod topLvl">
          <ac:chgData name="Behzad Khajavi" userId="91f07ca7-1fc8-4164-be9a-722dcaccfc6b" providerId="ADAL" clId="{ED6694FD-2C1E-4B1C-BFD4-42BDC280E96F}" dt="2026-03-24T01:45:22.382" v="15912" actId="12789"/>
          <ac:picMkLst>
            <pc:docMk/>
            <pc:sldMk cId="3469177451" sldId="371"/>
            <ac:picMk id="5122" creationId="{E9BF7DAC-AD9B-554C-4866-5700CC19BAF2}"/>
          </ac:picMkLst>
        </pc:picChg>
        <pc:picChg chg="add mod topLvl">
          <ac:chgData name="Behzad Khajavi" userId="91f07ca7-1fc8-4164-be9a-722dcaccfc6b" providerId="ADAL" clId="{ED6694FD-2C1E-4B1C-BFD4-42BDC280E96F}" dt="2026-03-24T01:45:22.382" v="15912" actId="12789"/>
          <ac:picMkLst>
            <pc:docMk/>
            <pc:sldMk cId="3469177451" sldId="371"/>
            <ac:picMk id="5124" creationId="{A36A4F5E-3AD8-F302-5FFE-351EC64DB0EC}"/>
          </ac:picMkLst>
        </pc:picChg>
        <pc:picChg chg="add mod">
          <ac:chgData name="Behzad Khajavi" userId="91f07ca7-1fc8-4164-be9a-722dcaccfc6b" providerId="ADAL" clId="{ED6694FD-2C1E-4B1C-BFD4-42BDC280E96F}" dt="2026-03-24T01:49:32.076" v="15960" actId="1037"/>
          <ac:picMkLst>
            <pc:docMk/>
            <pc:sldMk cId="3469177451" sldId="371"/>
            <ac:picMk id="6146" creationId="{8392928C-A357-0795-11D9-8167A97BFB06}"/>
          </ac:picMkLst>
        </pc:picChg>
        <pc:picChg chg="add mod">
          <ac:chgData name="Behzad Khajavi" userId="91f07ca7-1fc8-4164-be9a-722dcaccfc6b" providerId="ADAL" clId="{ED6694FD-2C1E-4B1C-BFD4-42BDC280E96F}" dt="2026-03-24T01:49:32.076" v="15960" actId="1037"/>
          <ac:picMkLst>
            <pc:docMk/>
            <pc:sldMk cId="3469177451" sldId="371"/>
            <ac:picMk id="6148" creationId="{FA775CE6-6C4D-EDBC-CA05-0C2AA6E7716D}"/>
          </ac:picMkLst>
        </pc:picChg>
        <pc:picChg chg="add mod">
          <ac:chgData name="Behzad Khajavi" userId="91f07ca7-1fc8-4164-be9a-722dcaccfc6b" providerId="ADAL" clId="{ED6694FD-2C1E-4B1C-BFD4-42BDC280E96F}" dt="2026-03-24T01:49:32.076" v="15960" actId="1037"/>
          <ac:picMkLst>
            <pc:docMk/>
            <pc:sldMk cId="3469177451" sldId="371"/>
            <ac:picMk id="6150" creationId="{7E7B8985-18AE-A0F3-D2BC-F042C5653FA3}"/>
          </ac:picMkLst>
        </pc:picChg>
        <pc:cxnChg chg="mod">
          <ac:chgData name="Behzad Khajavi" userId="91f07ca7-1fc8-4164-be9a-722dcaccfc6b" providerId="ADAL" clId="{ED6694FD-2C1E-4B1C-BFD4-42BDC280E96F}" dt="2026-03-24T01:36:54.575" v="15834" actId="21"/>
          <ac:cxnSpMkLst>
            <pc:docMk/>
            <pc:sldMk cId="3469177451" sldId="371"/>
            <ac:cxnSpMk id="14" creationId="{B398EE02-323E-42DD-77F7-42C39AAF64CD}"/>
          </ac:cxnSpMkLst>
        </pc:cxnChg>
        <pc:cxnChg chg="mod">
          <ac:chgData name="Behzad Khajavi" userId="91f07ca7-1fc8-4164-be9a-722dcaccfc6b" providerId="ADAL" clId="{ED6694FD-2C1E-4B1C-BFD4-42BDC280E96F}" dt="2026-03-24T01:36:54.575" v="15834" actId="21"/>
          <ac:cxnSpMkLst>
            <pc:docMk/>
            <pc:sldMk cId="3469177451" sldId="371"/>
            <ac:cxnSpMk id="24" creationId="{D12A2E8B-2374-54F9-8BE3-95DEE7648503}"/>
          </ac:cxnSpMkLst>
        </pc:cxnChg>
        <pc:cxnChg chg="mod">
          <ac:chgData name="Behzad Khajavi" userId="91f07ca7-1fc8-4164-be9a-722dcaccfc6b" providerId="ADAL" clId="{ED6694FD-2C1E-4B1C-BFD4-42BDC280E96F}" dt="2026-03-24T01:36:54.575" v="15834" actId="21"/>
          <ac:cxnSpMkLst>
            <pc:docMk/>
            <pc:sldMk cId="3469177451" sldId="371"/>
            <ac:cxnSpMk id="40" creationId="{8CDD9502-6D6D-3C5F-B0BF-EF2872939592}"/>
          </ac:cxnSpMkLst>
        </pc:cxnChg>
        <pc:cxnChg chg="mod">
          <ac:chgData name="Behzad Khajavi" userId="91f07ca7-1fc8-4164-be9a-722dcaccfc6b" providerId="ADAL" clId="{ED6694FD-2C1E-4B1C-BFD4-42BDC280E96F}" dt="2026-03-24T01:36:54.575" v="15834" actId="21"/>
          <ac:cxnSpMkLst>
            <pc:docMk/>
            <pc:sldMk cId="3469177451" sldId="371"/>
            <ac:cxnSpMk id="49" creationId="{6F229351-AA38-AAF4-8A1B-45FF77450FBC}"/>
          </ac:cxnSpMkLst>
        </pc:cxnChg>
        <pc:cxnChg chg="mod">
          <ac:chgData name="Behzad Khajavi" userId="91f07ca7-1fc8-4164-be9a-722dcaccfc6b" providerId="ADAL" clId="{ED6694FD-2C1E-4B1C-BFD4-42BDC280E96F}" dt="2026-03-24T01:36:54.575" v="15834" actId="21"/>
          <ac:cxnSpMkLst>
            <pc:docMk/>
            <pc:sldMk cId="3469177451" sldId="371"/>
            <ac:cxnSpMk id="50" creationId="{BA0BC14F-C2B7-BFF2-5417-DA29A18D6E68}"/>
          </ac:cxnSpMkLst>
        </pc:cxnChg>
        <pc:cxnChg chg="mod">
          <ac:chgData name="Behzad Khajavi" userId="91f07ca7-1fc8-4164-be9a-722dcaccfc6b" providerId="ADAL" clId="{ED6694FD-2C1E-4B1C-BFD4-42BDC280E96F}" dt="2026-03-24T01:36:54.575" v="15834" actId="21"/>
          <ac:cxnSpMkLst>
            <pc:docMk/>
            <pc:sldMk cId="3469177451" sldId="371"/>
            <ac:cxnSpMk id="58" creationId="{63A2D3F8-7F43-46A5-5579-49000C5C5EC7}"/>
          </ac:cxnSpMkLst>
        </pc:cxnChg>
      </pc:sldChg>
      <pc:sldChg chg="addSp delSp modSp add mod ord modAnim">
        <pc:chgData name="Behzad Khajavi" userId="91f07ca7-1fc8-4164-be9a-722dcaccfc6b" providerId="ADAL" clId="{ED6694FD-2C1E-4B1C-BFD4-42BDC280E96F}" dt="2026-03-24T20:35:35.283" v="21704"/>
        <pc:sldMkLst>
          <pc:docMk/>
          <pc:sldMk cId="2280092566" sldId="372"/>
        </pc:sldMkLst>
        <pc:spChg chg="add del mod">
          <ac:chgData name="Behzad Khajavi" userId="91f07ca7-1fc8-4164-be9a-722dcaccfc6b" providerId="ADAL" clId="{ED6694FD-2C1E-4B1C-BFD4-42BDC280E96F}" dt="2026-03-24T04:23:30.187" v="19081" actId="478"/>
          <ac:spMkLst>
            <pc:docMk/>
            <pc:sldMk cId="2280092566" sldId="372"/>
            <ac:spMk id="5" creationId="{13028B3F-AC4F-FDC9-EF14-EA7C7BA2C105}"/>
          </ac:spMkLst>
        </pc:spChg>
        <pc:spChg chg="add del mod">
          <ac:chgData name="Behzad Khajavi" userId="91f07ca7-1fc8-4164-be9a-722dcaccfc6b" providerId="ADAL" clId="{ED6694FD-2C1E-4B1C-BFD4-42BDC280E96F}" dt="2026-03-24T04:23:27.544" v="19080" actId="21"/>
          <ac:spMkLst>
            <pc:docMk/>
            <pc:sldMk cId="2280092566" sldId="372"/>
            <ac:spMk id="7" creationId="{F87F34F7-5EDB-0D77-998F-EEBE36B7222D}"/>
          </ac:spMkLst>
        </pc:spChg>
        <pc:spChg chg="add mod">
          <ac:chgData name="Behzad Khajavi" userId="91f07ca7-1fc8-4164-be9a-722dcaccfc6b" providerId="ADAL" clId="{ED6694FD-2C1E-4B1C-BFD4-42BDC280E96F}" dt="2026-03-24T20:15:04.845" v="21189" actId="1076"/>
          <ac:spMkLst>
            <pc:docMk/>
            <pc:sldMk cId="2280092566" sldId="372"/>
            <ac:spMk id="8" creationId="{D66BE649-CD89-806A-2A8E-08C17F8A383E}"/>
          </ac:spMkLst>
        </pc:spChg>
        <pc:spChg chg="add mod">
          <ac:chgData name="Behzad Khajavi" userId="91f07ca7-1fc8-4164-be9a-722dcaccfc6b" providerId="ADAL" clId="{ED6694FD-2C1E-4B1C-BFD4-42BDC280E96F}" dt="2026-03-24T18:57:46.625" v="20904" actId="20577"/>
          <ac:spMkLst>
            <pc:docMk/>
            <pc:sldMk cId="2280092566" sldId="372"/>
            <ac:spMk id="10" creationId="{F87F34F7-5EDB-0D77-998F-EEBE36B7222D}"/>
          </ac:spMkLst>
        </pc:spChg>
        <pc:spChg chg="add mod">
          <ac:chgData name="Behzad Khajavi" userId="91f07ca7-1fc8-4164-be9a-722dcaccfc6b" providerId="ADAL" clId="{ED6694FD-2C1E-4B1C-BFD4-42BDC280E96F}" dt="2026-03-24T20:15:04.845" v="21189" actId="1076"/>
          <ac:spMkLst>
            <pc:docMk/>
            <pc:sldMk cId="2280092566" sldId="372"/>
            <ac:spMk id="12" creationId="{01ED9D2E-052E-0FEA-CBCB-01F94B6E60D4}"/>
          </ac:spMkLst>
        </pc:spChg>
        <pc:spChg chg="add mod">
          <ac:chgData name="Behzad Khajavi" userId="91f07ca7-1fc8-4164-be9a-722dcaccfc6b" providerId="ADAL" clId="{ED6694FD-2C1E-4B1C-BFD4-42BDC280E96F}" dt="2026-03-24T04:27:43.311" v="19186" actId="1036"/>
          <ac:spMkLst>
            <pc:docMk/>
            <pc:sldMk cId="2280092566" sldId="372"/>
            <ac:spMk id="13" creationId="{B72F36E1-8A3F-93F3-9BC2-CEDE61AC18FF}"/>
          </ac:spMkLst>
        </pc:spChg>
        <pc:spChg chg="add mod">
          <ac:chgData name="Behzad Khajavi" userId="91f07ca7-1fc8-4164-be9a-722dcaccfc6b" providerId="ADAL" clId="{ED6694FD-2C1E-4B1C-BFD4-42BDC280E96F}" dt="2026-03-24T13:45:03.906" v="19416" actId="1076"/>
          <ac:spMkLst>
            <pc:docMk/>
            <pc:sldMk cId="2280092566" sldId="372"/>
            <ac:spMk id="14" creationId="{1DC4FE33-2394-8242-B36B-03877E2F2E82}"/>
          </ac:spMkLst>
        </pc:spChg>
        <pc:grpChg chg="add mod">
          <ac:chgData name="Behzad Khajavi" userId="91f07ca7-1fc8-4164-be9a-722dcaccfc6b" providerId="ADAL" clId="{ED6694FD-2C1E-4B1C-BFD4-42BDC280E96F}" dt="2026-03-24T20:15:04.845" v="21189" actId="1076"/>
          <ac:grpSpMkLst>
            <pc:docMk/>
            <pc:sldMk cId="2280092566" sldId="372"/>
            <ac:grpSpMk id="9" creationId="{243F389A-40A0-E532-F755-2C8DE6982E06}"/>
          </ac:grpSpMkLst>
        </pc:grpChg>
        <pc:grpChg chg="add mod">
          <ac:chgData name="Behzad Khajavi" userId="91f07ca7-1fc8-4164-be9a-722dcaccfc6b" providerId="ADAL" clId="{ED6694FD-2C1E-4B1C-BFD4-42BDC280E96F}" dt="2026-03-24T20:15:04.845" v="21189" actId="1076"/>
          <ac:grpSpMkLst>
            <pc:docMk/>
            <pc:sldMk cId="2280092566" sldId="372"/>
            <ac:grpSpMk id="15" creationId="{EC59E35E-868D-C7C8-4DA6-B5B0EF4401FF}"/>
          </ac:grpSpMkLst>
        </pc:grpChg>
        <pc:grpChg chg="add mod">
          <ac:chgData name="Behzad Khajavi" userId="91f07ca7-1fc8-4164-be9a-722dcaccfc6b" providerId="ADAL" clId="{ED6694FD-2C1E-4B1C-BFD4-42BDC280E96F}" dt="2026-03-24T04:27:43.311" v="19186" actId="1036"/>
          <ac:grpSpMkLst>
            <pc:docMk/>
            <pc:sldMk cId="2280092566" sldId="372"/>
            <ac:grpSpMk id="16" creationId="{358B299E-0F9F-B431-2AF1-45E023C18B8A}"/>
          </ac:grpSpMkLst>
        </pc:grpChg>
        <pc:picChg chg="add mod modCrop">
          <ac:chgData name="Behzad Khajavi" userId="91f07ca7-1fc8-4164-be9a-722dcaccfc6b" providerId="ADAL" clId="{ED6694FD-2C1E-4B1C-BFD4-42BDC280E96F}" dt="2026-03-24T04:27:43.311" v="19186" actId="1036"/>
          <ac:picMkLst>
            <pc:docMk/>
            <pc:sldMk cId="2280092566" sldId="372"/>
            <ac:picMk id="6" creationId="{025285D1-B2F2-4E9E-349B-22E45038E61D}"/>
          </ac:picMkLst>
        </pc:picChg>
        <pc:picChg chg="add mod">
          <ac:chgData name="Behzad Khajavi" userId="91f07ca7-1fc8-4164-be9a-722dcaccfc6b" providerId="ADAL" clId="{ED6694FD-2C1E-4B1C-BFD4-42BDC280E96F}" dt="2026-03-24T04:27:43.311" v="19186" actId="1036"/>
          <ac:picMkLst>
            <pc:docMk/>
            <pc:sldMk cId="2280092566" sldId="372"/>
            <ac:picMk id="11" creationId="{AC3CFEE8-7EFD-589D-C72D-63DF499C31BB}"/>
          </ac:picMkLst>
        </pc:picChg>
        <pc:picChg chg="add mod">
          <ac:chgData name="Behzad Khajavi" userId="91f07ca7-1fc8-4164-be9a-722dcaccfc6b" providerId="ADAL" clId="{ED6694FD-2C1E-4B1C-BFD4-42BDC280E96F}" dt="2026-03-24T20:15:04.845" v="21189" actId="1076"/>
          <ac:picMkLst>
            <pc:docMk/>
            <pc:sldMk cId="2280092566" sldId="372"/>
            <ac:picMk id="2050" creationId="{3B2C025C-ECA5-4045-179A-B1E97DEBCFF1}"/>
          </ac:picMkLst>
        </pc:picChg>
      </pc:sldChg>
      <pc:sldChg chg="addSp modSp add mod ord">
        <pc:chgData name="Behzad Khajavi" userId="91f07ca7-1fc8-4164-be9a-722dcaccfc6b" providerId="ADAL" clId="{ED6694FD-2C1E-4B1C-BFD4-42BDC280E96F}" dt="2026-03-24T13:55:05.014" v="19455" actId="1038"/>
        <pc:sldMkLst>
          <pc:docMk/>
          <pc:sldMk cId="1845291658" sldId="373"/>
        </pc:sldMkLst>
        <pc:spChg chg="add mod">
          <ac:chgData name="Behzad Khajavi" userId="91f07ca7-1fc8-4164-be9a-722dcaccfc6b" providerId="ADAL" clId="{ED6694FD-2C1E-4B1C-BFD4-42BDC280E96F}" dt="2026-03-24T13:55:05.014" v="19455" actId="1038"/>
          <ac:spMkLst>
            <pc:docMk/>
            <pc:sldMk cId="1845291658" sldId="373"/>
            <ac:spMk id="5" creationId="{5F143315-FB07-2E0B-EDC2-621F8E8F7B13}"/>
          </ac:spMkLst>
        </pc:spChg>
        <pc:spChg chg="add mod">
          <ac:chgData name="Behzad Khajavi" userId="91f07ca7-1fc8-4164-be9a-722dcaccfc6b" providerId="ADAL" clId="{ED6694FD-2C1E-4B1C-BFD4-42BDC280E96F}" dt="2026-03-24T13:55:05.014" v="19455" actId="1038"/>
          <ac:spMkLst>
            <pc:docMk/>
            <pc:sldMk cId="1845291658" sldId="373"/>
            <ac:spMk id="6" creationId="{16B44D93-07AA-FE3A-8240-DE756D395918}"/>
          </ac:spMkLst>
        </pc:spChg>
        <pc:spChg chg="add mod">
          <ac:chgData name="Behzad Khajavi" userId="91f07ca7-1fc8-4164-be9a-722dcaccfc6b" providerId="ADAL" clId="{ED6694FD-2C1E-4B1C-BFD4-42BDC280E96F}" dt="2026-03-24T13:46:28.562" v="19429" actId="20577"/>
          <ac:spMkLst>
            <pc:docMk/>
            <pc:sldMk cId="1845291658" sldId="373"/>
            <ac:spMk id="7" creationId="{7F99E7BF-6D7C-1E39-9574-740B54EC2644}"/>
          </ac:spMkLst>
        </pc:spChg>
        <pc:spChg chg="add mod">
          <ac:chgData name="Behzad Khajavi" userId="91f07ca7-1fc8-4164-be9a-722dcaccfc6b" providerId="ADAL" clId="{ED6694FD-2C1E-4B1C-BFD4-42BDC280E96F}" dt="2026-03-24T13:11:47.439" v="19224" actId="1035"/>
          <ac:spMkLst>
            <pc:docMk/>
            <pc:sldMk cId="1845291658" sldId="373"/>
            <ac:spMk id="8" creationId="{045C4A36-AEF5-919B-1B42-D817DAC0D638}"/>
          </ac:spMkLst>
        </pc:spChg>
        <pc:spChg chg="add mod">
          <ac:chgData name="Behzad Khajavi" userId="91f07ca7-1fc8-4164-be9a-722dcaccfc6b" providerId="ADAL" clId="{ED6694FD-2C1E-4B1C-BFD4-42BDC280E96F}" dt="2026-03-24T13:43:42.729" v="19389" actId="113"/>
          <ac:spMkLst>
            <pc:docMk/>
            <pc:sldMk cId="1845291658" sldId="373"/>
            <ac:spMk id="10" creationId="{D2DD5564-2AFC-B92F-0DD9-C4BCB838F452}"/>
          </ac:spMkLst>
        </pc:spChg>
        <pc:picChg chg="add mod">
          <ac:chgData name="Behzad Khajavi" userId="91f07ca7-1fc8-4164-be9a-722dcaccfc6b" providerId="ADAL" clId="{ED6694FD-2C1E-4B1C-BFD4-42BDC280E96F}" dt="2026-03-24T13:55:05.014" v="19455" actId="1038"/>
          <ac:picMkLst>
            <pc:docMk/>
            <pc:sldMk cId="1845291658" sldId="373"/>
            <ac:picMk id="1026" creationId="{82A4BBB4-37ED-1427-F6CC-1B6993183B7F}"/>
          </ac:picMkLst>
        </pc:picChg>
        <pc:picChg chg="add mod">
          <ac:chgData name="Behzad Khajavi" userId="91f07ca7-1fc8-4164-be9a-722dcaccfc6b" providerId="ADAL" clId="{ED6694FD-2C1E-4B1C-BFD4-42BDC280E96F}" dt="2026-03-24T13:54:48.524" v="19444" actId="1035"/>
          <ac:picMkLst>
            <pc:docMk/>
            <pc:sldMk cId="1845291658" sldId="373"/>
            <ac:picMk id="9218" creationId="{D8916773-2803-7BFF-9CEE-3AE51968805B}"/>
          </ac:picMkLst>
        </pc:picChg>
      </pc:sldChg>
      <pc:sldChg chg="addSp delSp modSp add mod ord addAnim delAnim modAnim">
        <pc:chgData name="Behzad Khajavi" userId="91f07ca7-1fc8-4164-be9a-722dcaccfc6b" providerId="ADAL" clId="{ED6694FD-2C1E-4B1C-BFD4-42BDC280E96F}" dt="2026-03-25T16:40:54.242" v="23450"/>
        <pc:sldMkLst>
          <pc:docMk/>
          <pc:sldMk cId="3375184511" sldId="374"/>
        </pc:sldMkLst>
        <pc:spChg chg="add del mod">
          <ac:chgData name="Behzad Khajavi" userId="91f07ca7-1fc8-4164-be9a-722dcaccfc6b" providerId="ADAL" clId="{ED6694FD-2C1E-4B1C-BFD4-42BDC280E96F}" dt="2026-03-24T04:25:13.231" v="19152" actId="478"/>
          <ac:spMkLst>
            <pc:docMk/>
            <pc:sldMk cId="3375184511" sldId="374"/>
            <ac:spMk id="5" creationId="{7E4A83A1-5914-8E10-C60A-7467DC3DF465}"/>
          </ac:spMkLst>
        </pc:spChg>
        <pc:spChg chg="add mod">
          <ac:chgData name="Behzad Khajavi" userId="91f07ca7-1fc8-4164-be9a-722dcaccfc6b" providerId="ADAL" clId="{ED6694FD-2C1E-4B1C-BFD4-42BDC280E96F}" dt="2026-03-25T14:53:42.088" v="22377" actId="1035"/>
          <ac:spMkLst>
            <pc:docMk/>
            <pc:sldMk cId="3375184511" sldId="374"/>
            <ac:spMk id="7" creationId="{3DB6B790-2911-3618-1155-9C51054C6A28}"/>
          </ac:spMkLst>
        </pc:spChg>
        <pc:spChg chg="add mod">
          <ac:chgData name="Behzad Khajavi" userId="91f07ca7-1fc8-4164-be9a-722dcaccfc6b" providerId="ADAL" clId="{ED6694FD-2C1E-4B1C-BFD4-42BDC280E96F}" dt="2026-03-25T13:39:16.349" v="22020" actId="164"/>
          <ac:spMkLst>
            <pc:docMk/>
            <pc:sldMk cId="3375184511" sldId="374"/>
            <ac:spMk id="9" creationId="{94518BD1-F9D4-1770-54E5-90FE7013B179}"/>
          </ac:spMkLst>
        </pc:spChg>
        <pc:spChg chg="add del mod">
          <ac:chgData name="Behzad Khajavi" userId="91f07ca7-1fc8-4164-be9a-722dcaccfc6b" providerId="ADAL" clId="{ED6694FD-2C1E-4B1C-BFD4-42BDC280E96F}" dt="2026-03-24T04:24:58.858" v="19150" actId="478"/>
          <ac:spMkLst>
            <pc:docMk/>
            <pc:sldMk cId="3375184511" sldId="374"/>
            <ac:spMk id="10" creationId="{6EDA9625-4C3E-41FA-902C-45CCD4305EF1}"/>
          </ac:spMkLst>
        </pc:spChg>
        <pc:spChg chg="add mod">
          <ac:chgData name="Behzad Khajavi" userId="91f07ca7-1fc8-4164-be9a-722dcaccfc6b" providerId="ADAL" clId="{ED6694FD-2C1E-4B1C-BFD4-42BDC280E96F}" dt="2026-03-24T04:24:59.393" v="19151"/>
          <ac:spMkLst>
            <pc:docMk/>
            <pc:sldMk cId="3375184511" sldId="374"/>
            <ac:spMk id="11" creationId="{CFA954D2-1B33-1DEE-50ED-7CC6D18DC1C6}"/>
          </ac:spMkLst>
        </pc:spChg>
        <pc:spChg chg="add mod">
          <ac:chgData name="Behzad Khajavi" userId="91f07ca7-1fc8-4164-be9a-722dcaccfc6b" providerId="ADAL" clId="{ED6694FD-2C1E-4B1C-BFD4-42BDC280E96F}" dt="2026-03-25T16:29:34.380" v="23311" actId="552"/>
          <ac:spMkLst>
            <pc:docMk/>
            <pc:sldMk cId="3375184511" sldId="374"/>
            <ac:spMk id="13" creationId="{7AD2B997-98A1-F0FA-5672-F2EF9AF7C5BF}"/>
          </ac:spMkLst>
        </pc:spChg>
        <pc:spChg chg="add mod">
          <ac:chgData name="Behzad Khajavi" userId="91f07ca7-1fc8-4164-be9a-722dcaccfc6b" providerId="ADAL" clId="{ED6694FD-2C1E-4B1C-BFD4-42BDC280E96F}" dt="2026-03-25T13:38:07.298" v="22012" actId="164"/>
          <ac:spMkLst>
            <pc:docMk/>
            <pc:sldMk cId="3375184511" sldId="374"/>
            <ac:spMk id="15" creationId="{BDDAE84C-C856-C8D4-01D9-53CB1E7BAAFC}"/>
          </ac:spMkLst>
        </pc:spChg>
        <pc:spChg chg="add mod">
          <ac:chgData name="Behzad Khajavi" userId="91f07ca7-1fc8-4164-be9a-722dcaccfc6b" providerId="ADAL" clId="{ED6694FD-2C1E-4B1C-BFD4-42BDC280E96F}" dt="2026-03-25T13:38:07.298" v="22012" actId="164"/>
          <ac:spMkLst>
            <pc:docMk/>
            <pc:sldMk cId="3375184511" sldId="374"/>
            <ac:spMk id="16" creationId="{896EFEE9-9B81-38E9-7269-A2A62C614F15}"/>
          </ac:spMkLst>
        </pc:spChg>
        <pc:spChg chg="add mod">
          <ac:chgData name="Behzad Khajavi" userId="91f07ca7-1fc8-4164-be9a-722dcaccfc6b" providerId="ADAL" clId="{ED6694FD-2C1E-4B1C-BFD4-42BDC280E96F}" dt="2026-03-25T13:38:07.298" v="22012" actId="164"/>
          <ac:spMkLst>
            <pc:docMk/>
            <pc:sldMk cId="3375184511" sldId="374"/>
            <ac:spMk id="17" creationId="{8AC1AE2E-3719-3592-90EA-112D075DEEEC}"/>
          </ac:spMkLst>
        </pc:spChg>
        <pc:spChg chg="add mod">
          <ac:chgData name="Behzad Khajavi" userId="91f07ca7-1fc8-4164-be9a-722dcaccfc6b" providerId="ADAL" clId="{ED6694FD-2C1E-4B1C-BFD4-42BDC280E96F}" dt="2026-03-25T14:16:24.085" v="22047" actId="164"/>
          <ac:spMkLst>
            <pc:docMk/>
            <pc:sldMk cId="3375184511" sldId="374"/>
            <ac:spMk id="25" creationId="{972E0424-D51A-C221-F57A-AB8E57500E2C}"/>
          </ac:spMkLst>
        </pc:spChg>
        <pc:spChg chg="add mod">
          <ac:chgData name="Behzad Khajavi" userId="91f07ca7-1fc8-4164-be9a-722dcaccfc6b" providerId="ADAL" clId="{ED6694FD-2C1E-4B1C-BFD4-42BDC280E96F}" dt="2026-03-25T16:29:48.919" v="23313" actId="1076"/>
          <ac:spMkLst>
            <pc:docMk/>
            <pc:sldMk cId="3375184511" sldId="374"/>
            <ac:spMk id="27" creationId="{42243DAB-CC87-716F-9BC3-A3559344BB63}"/>
          </ac:spMkLst>
        </pc:spChg>
        <pc:spChg chg="add mod">
          <ac:chgData name="Behzad Khajavi" userId="91f07ca7-1fc8-4164-be9a-722dcaccfc6b" providerId="ADAL" clId="{ED6694FD-2C1E-4B1C-BFD4-42BDC280E96F}" dt="2026-03-25T16:29:14.250" v="23304" actId="1076"/>
          <ac:spMkLst>
            <pc:docMk/>
            <pc:sldMk cId="3375184511" sldId="374"/>
            <ac:spMk id="29" creationId="{37AA7C04-3DB4-74EF-EABA-4DF8E9D4DF81}"/>
          </ac:spMkLst>
        </pc:spChg>
        <pc:spChg chg="add mod">
          <ac:chgData name="Behzad Khajavi" userId="91f07ca7-1fc8-4164-be9a-722dcaccfc6b" providerId="ADAL" clId="{ED6694FD-2C1E-4B1C-BFD4-42BDC280E96F}" dt="2026-03-25T16:29:34.380" v="23311" actId="552"/>
          <ac:spMkLst>
            <pc:docMk/>
            <pc:sldMk cId="3375184511" sldId="374"/>
            <ac:spMk id="32" creationId="{AFFF8FBC-F29D-16B5-1D88-8E6E16FA3F36}"/>
          </ac:spMkLst>
        </pc:spChg>
        <pc:spChg chg="add del mod">
          <ac:chgData name="Behzad Khajavi" userId="91f07ca7-1fc8-4164-be9a-722dcaccfc6b" providerId="ADAL" clId="{ED6694FD-2C1E-4B1C-BFD4-42BDC280E96F}" dt="2026-03-25T16:28:13.229" v="23288" actId="21"/>
          <ac:spMkLst>
            <pc:docMk/>
            <pc:sldMk cId="3375184511" sldId="374"/>
            <ac:spMk id="34" creationId="{A8EB7FCF-0ED7-FD95-FFA0-8061F02C5ED1}"/>
          </ac:spMkLst>
        </pc:spChg>
        <pc:grpChg chg="add mod">
          <ac:chgData name="Behzad Khajavi" userId="91f07ca7-1fc8-4164-be9a-722dcaccfc6b" providerId="ADAL" clId="{ED6694FD-2C1E-4B1C-BFD4-42BDC280E96F}" dt="2026-03-25T16:29:34.380" v="23311" actId="552"/>
          <ac:grpSpMkLst>
            <pc:docMk/>
            <pc:sldMk cId="3375184511" sldId="374"/>
            <ac:grpSpMk id="20" creationId="{FFFAFF20-54C0-4133-BE5F-451F2A30E0F8}"/>
          </ac:grpSpMkLst>
        </pc:grpChg>
        <pc:grpChg chg="add mod">
          <ac:chgData name="Behzad Khajavi" userId="91f07ca7-1fc8-4164-be9a-722dcaccfc6b" providerId="ADAL" clId="{ED6694FD-2C1E-4B1C-BFD4-42BDC280E96F}" dt="2026-03-25T16:29:04.175" v="23302" actId="1076"/>
          <ac:grpSpMkLst>
            <pc:docMk/>
            <pc:sldMk cId="3375184511" sldId="374"/>
            <ac:grpSpMk id="21" creationId="{EC6A83AF-FEB2-5FDD-1C8C-2DA245A7C072}"/>
          </ac:grpSpMkLst>
        </pc:grpChg>
        <pc:grpChg chg="add del mod">
          <ac:chgData name="Behzad Khajavi" userId="91f07ca7-1fc8-4164-be9a-722dcaccfc6b" providerId="ADAL" clId="{ED6694FD-2C1E-4B1C-BFD4-42BDC280E96F}" dt="2026-03-25T16:28:13.229" v="23288" actId="21"/>
          <ac:grpSpMkLst>
            <pc:docMk/>
            <pc:sldMk cId="3375184511" sldId="374"/>
            <ac:grpSpMk id="22" creationId="{53AE9F48-E4A3-0D73-C7FF-7DBF071E34F2}"/>
          </ac:grpSpMkLst>
        </pc:grpChg>
        <pc:grpChg chg="add mod ord">
          <ac:chgData name="Behzad Khajavi" userId="91f07ca7-1fc8-4164-be9a-722dcaccfc6b" providerId="ADAL" clId="{ED6694FD-2C1E-4B1C-BFD4-42BDC280E96F}" dt="2026-03-25T14:23:36.418" v="22233" actId="164"/>
          <ac:grpSpMkLst>
            <pc:docMk/>
            <pc:sldMk cId="3375184511" sldId="374"/>
            <ac:grpSpMk id="26" creationId="{3245DCF2-E3BF-A213-B5A5-56FEAD17621A}"/>
          </ac:grpSpMkLst>
        </pc:grpChg>
        <pc:grpChg chg="add mod ord">
          <ac:chgData name="Behzad Khajavi" userId="91f07ca7-1fc8-4164-be9a-722dcaccfc6b" providerId="ADAL" clId="{ED6694FD-2C1E-4B1C-BFD4-42BDC280E96F}" dt="2026-03-25T16:29:53.665" v="23337" actId="1036"/>
          <ac:grpSpMkLst>
            <pc:docMk/>
            <pc:sldMk cId="3375184511" sldId="374"/>
            <ac:grpSpMk id="28" creationId="{D1882781-1F85-61B4-A989-5BED1FE502C1}"/>
          </ac:grpSpMkLst>
        </pc:grpChg>
        <pc:picChg chg="add mod">
          <ac:chgData name="Behzad Khajavi" userId="91f07ca7-1fc8-4164-be9a-722dcaccfc6b" providerId="ADAL" clId="{ED6694FD-2C1E-4B1C-BFD4-42BDC280E96F}" dt="2026-03-25T14:14:42.074" v="22028" actId="14100"/>
          <ac:picMkLst>
            <pc:docMk/>
            <pc:sldMk cId="3375184511" sldId="374"/>
            <ac:picMk id="6" creationId="{47069EA8-BD71-A340-DC1D-8885726D6E7A}"/>
          </ac:picMkLst>
        </pc:picChg>
        <pc:picChg chg="add mod">
          <ac:chgData name="Behzad Khajavi" userId="91f07ca7-1fc8-4164-be9a-722dcaccfc6b" providerId="ADAL" clId="{ED6694FD-2C1E-4B1C-BFD4-42BDC280E96F}" dt="2026-03-25T13:39:16.349" v="22020" actId="164"/>
          <ac:picMkLst>
            <pc:docMk/>
            <pc:sldMk cId="3375184511" sldId="374"/>
            <ac:picMk id="8" creationId="{A0A77316-2E01-80F3-0199-AF92DAB97287}"/>
          </ac:picMkLst>
        </pc:picChg>
        <pc:picChg chg="add mod ord modCrop">
          <ac:chgData name="Behzad Khajavi" userId="91f07ca7-1fc8-4164-be9a-722dcaccfc6b" providerId="ADAL" clId="{ED6694FD-2C1E-4B1C-BFD4-42BDC280E96F}" dt="2026-03-25T14:16:24.085" v="22047" actId="164"/>
          <ac:picMkLst>
            <pc:docMk/>
            <pc:sldMk cId="3375184511" sldId="374"/>
            <ac:picMk id="24" creationId="{AB30572C-792A-2A6A-0760-0624F90E34DF}"/>
          </ac:picMkLst>
        </pc:picChg>
        <pc:picChg chg="add mod">
          <ac:chgData name="Behzad Khajavi" userId="91f07ca7-1fc8-4164-be9a-722dcaccfc6b" providerId="ADAL" clId="{ED6694FD-2C1E-4B1C-BFD4-42BDC280E96F}" dt="2026-03-25T16:29:19.233" v="23305" actId="1076"/>
          <ac:picMkLst>
            <pc:docMk/>
            <pc:sldMk cId="3375184511" sldId="374"/>
            <ac:picMk id="30" creationId="{060BF580-DD6D-BBAC-926E-8F23CED6F7C9}"/>
          </ac:picMkLst>
        </pc:picChg>
        <pc:cxnChg chg="add mod">
          <ac:chgData name="Behzad Khajavi" userId="91f07ca7-1fc8-4164-be9a-722dcaccfc6b" providerId="ADAL" clId="{ED6694FD-2C1E-4B1C-BFD4-42BDC280E96F}" dt="2026-03-25T13:38:07.298" v="22012" actId="164"/>
          <ac:cxnSpMkLst>
            <pc:docMk/>
            <pc:sldMk cId="3375184511" sldId="374"/>
            <ac:cxnSpMk id="19" creationId="{3AD7EABA-8EEE-FD7D-5CC5-4595ACCBAB04}"/>
          </ac:cxnSpMkLst>
        </pc:cxnChg>
      </pc:sldChg>
      <pc:sldChg chg="addSp delSp modSp add mod ord">
        <pc:chgData name="Behzad Khajavi" userId="91f07ca7-1fc8-4164-be9a-722dcaccfc6b" providerId="ADAL" clId="{ED6694FD-2C1E-4B1C-BFD4-42BDC280E96F}" dt="2026-03-25T14:26:39.640" v="22277" actId="20577"/>
        <pc:sldMkLst>
          <pc:docMk/>
          <pc:sldMk cId="2263338723" sldId="375"/>
        </pc:sldMkLst>
        <pc:spChg chg="add mod">
          <ac:chgData name="Behzad Khajavi" userId="91f07ca7-1fc8-4164-be9a-722dcaccfc6b" providerId="ADAL" clId="{ED6694FD-2C1E-4B1C-BFD4-42BDC280E96F}" dt="2026-03-24T04:24:48.291" v="19149" actId="1038"/>
          <ac:spMkLst>
            <pc:docMk/>
            <pc:sldMk cId="2263338723" sldId="375"/>
            <ac:spMk id="6" creationId="{DF91006A-BA88-1F05-A4F0-FF5C2D2F6534}"/>
          </ac:spMkLst>
        </pc:spChg>
        <pc:spChg chg="add del mod">
          <ac:chgData name="Behzad Khajavi" userId="91f07ca7-1fc8-4164-be9a-722dcaccfc6b" providerId="ADAL" clId="{ED6694FD-2C1E-4B1C-BFD4-42BDC280E96F}" dt="2026-03-24T04:24:40.650" v="19140" actId="478"/>
          <ac:spMkLst>
            <pc:docMk/>
            <pc:sldMk cId="2263338723" sldId="375"/>
            <ac:spMk id="7" creationId="{8A120B2E-2A74-551D-9A68-7FF66A7627FF}"/>
          </ac:spMkLst>
        </pc:spChg>
        <pc:spChg chg="add mod">
          <ac:chgData name="Behzad Khajavi" userId="91f07ca7-1fc8-4164-be9a-722dcaccfc6b" providerId="ADAL" clId="{ED6694FD-2C1E-4B1C-BFD4-42BDC280E96F}" dt="2026-03-25T14:26:39.640" v="22277" actId="20577"/>
          <ac:spMkLst>
            <pc:docMk/>
            <pc:sldMk cId="2263338723" sldId="375"/>
            <ac:spMk id="8" creationId="{EBDAD534-EA52-8A60-237E-6C5C8D9B337C}"/>
          </ac:spMkLst>
        </pc:spChg>
        <pc:spChg chg="add mod">
          <ac:chgData name="Behzad Khajavi" userId="91f07ca7-1fc8-4164-be9a-722dcaccfc6b" providerId="ADAL" clId="{ED6694FD-2C1E-4B1C-BFD4-42BDC280E96F}" dt="2026-03-17T15:48:29.082" v="13024" actId="164"/>
          <ac:spMkLst>
            <pc:docMk/>
            <pc:sldMk cId="2263338723" sldId="375"/>
            <ac:spMk id="10" creationId="{0FB2891F-B396-9E9C-967D-F954D4358E3D}"/>
          </ac:spMkLst>
        </pc:spChg>
        <pc:spChg chg="add mod">
          <ac:chgData name="Behzad Khajavi" userId="91f07ca7-1fc8-4164-be9a-722dcaccfc6b" providerId="ADAL" clId="{ED6694FD-2C1E-4B1C-BFD4-42BDC280E96F}" dt="2026-03-24T04:22:47.476" v="19077" actId="14861"/>
          <ac:spMkLst>
            <pc:docMk/>
            <pc:sldMk cId="2263338723" sldId="375"/>
            <ac:spMk id="11" creationId="{763E4E4F-9DCA-3DA3-E772-BCBC562559F4}"/>
          </ac:spMkLst>
        </pc:spChg>
        <pc:grpChg chg="add mod">
          <ac:chgData name="Behzad Khajavi" userId="91f07ca7-1fc8-4164-be9a-722dcaccfc6b" providerId="ADAL" clId="{ED6694FD-2C1E-4B1C-BFD4-42BDC280E96F}" dt="2026-03-17T15:48:31.409" v="13025" actId="1076"/>
          <ac:grpSpMkLst>
            <pc:docMk/>
            <pc:sldMk cId="2263338723" sldId="375"/>
            <ac:grpSpMk id="5" creationId="{3FEFA765-487D-C4D0-D47B-12910DC82227}"/>
          </ac:grpSpMkLst>
        </pc:grpChg>
        <pc:picChg chg="add mod">
          <ac:chgData name="Behzad Khajavi" userId="91f07ca7-1fc8-4164-be9a-722dcaccfc6b" providerId="ADAL" clId="{ED6694FD-2C1E-4B1C-BFD4-42BDC280E96F}" dt="2026-03-17T15:48:29.082" v="13024" actId="164"/>
          <ac:picMkLst>
            <pc:docMk/>
            <pc:sldMk cId="2263338723" sldId="375"/>
            <ac:picMk id="9" creationId="{E1321460-CCA8-63A5-FF96-98E3737CA847}"/>
          </ac:picMkLst>
        </pc:picChg>
      </pc:sldChg>
      <pc:sldChg chg="addSp delSp modSp del mod ord">
        <pc:chgData name="Behzad Khajavi" userId="91f07ca7-1fc8-4164-be9a-722dcaccfc6b" providerId="ADAL" clId="{ED6694FD-2C1E-4B1C-BFD4-42BDC280E96F}" dt="2026-03-24T14:01:15.500" v="19527" actId="47"/>
        <pc:sldMkLst>
          <pc:docMk/>
          <pc:sldMk cId="124843298" sldId="376"/>
        </pc:sldMkLst>
        <pc:spChg chg="add del mod">
          <ac:chgData name="Behzad Khajavi" userId="91f07ca7-1fc8-4164-be9a-722dcaccfc6b" providerId="ADAL" clId="{ED6694FD-2C1E-4B1C-BFD4-42BDC280E96F}" dt="2026-03-24T02:01:38.036" v="16348" actId="21"/>
          <ac:spMkLst>
            <pc:docMk/>
            <pc:sldMk cId="124843298" sldId="376"/>
            <ac:spMk id="7" creationId="{2CBD3932-DBD3-786F-8FBF-A81EF1AA55E6}"/>
          </ac:spMkLst>
        </pc:spChg>
        <pc:spChg chg="add del mod">
          <ac:chgData name="Behzad Khajavi" userId="91f07ca7-1fc8-4164-be9a-722dcaccfc6b" providerId="ADAL" clId="{ED6694FD-2C1E-4B1C-BFD4-42BDC280E96F}" dt="2026-03-24T02:01:38.036" v="16348" actId="21"/>
          <ac:spMkLst>
            <pc:docMk/>
            <pc:sldMk cId="124843298" sldId="376"/>
            <ac:spMk id="8" creationId="{8F45660B-3F6C-CCC4-DD53-97D5AC4A848A}"/>
          </ac:spMkLst>
        </pc:spChg>
        <pc:spChg chg="add del mod">
          <ac:chgData name="Behzad Khajavi" userId="91f07ca7-1fc8-4164-be9a-722dcaccfc6b" providerId="ADAL" clId="{ED6694FD-2C1E-4B1C-BFD4-42BDC280E96F}" dt="2026-03-24T01:58:55.846" v="16215" actId="21"/>
          <ac:spMkLst>
            <pc:docMk/>
            <pc:sldMk cId="124843298" sldId="376"/>
            <ac:spMk id="9" creationId="{872D2E19-7574-F974-0D1C-8E65A13E18D9}"/>
          </ac:spMkLst>
        </pc:spChg>
        <pc:spChg chg="add del mod ord">
          <ac:chgData name="Behzad Khajavi" userId="91f07ca7-1fc8-4164-be9a-722dcaccfc6b" providerId="ADAL" clId="{ED6694FD-2C1E-4B1C-BFD4-42BDC280E96F}" dt="2026-03-24T04:20:03.693" v="19044" actId="478"/>
          <ac:spMkLst>
            <pc:docMk/>
            <pc:sldMk cId="124843298" sldId="376"/>
            <ac:spMk id="10" creationId="{7AF3A82F-81F2-9B6F-46D8-C631FFF2E6E9}"/>
          </ac:spMkLst>
        </pc:spChg>
        <pc:spChg chg="add del mod ord">
          <ac:chgData name="Behzad Khajavi" userId="91f07ca7-1fc8-4164-be9a-722dcaccfc6b" providerId="ADAL" clId="{ED6694FD-2C1E-4B1C-BFD4-42BDC280E96F}" dt="2026-03-24T04:20:04.446" v="19045" actId="478"/>
          <ac:spMkLst>
            <pc:docMk/>
            <pc:sldMk cId="124843298" sldId="376"/>
            <ac:spMk id="11" creationId="{4F53EB3E-A0CB-2847-D054-A3490104B91B}"/>
          </ac:spMkLst>
        </pc:spChg>
        <pc:spChg chg="add mod">
          <ac:chgData name="Behzad Khajavi" userId="91f07ca7-1fc8-4164-be9a-722dcaccfc6b" providerId="ADAL" clId="{ED6694FD-2C1E-4B1C-BFD4-42BDC280E96F}" dt="2026-03-24T02:02:04.398" v="16366" actId="1035"/>
          <ac:spMkLst>
            <pc:docMk/>
            <pc:sldMk cId="124843298" sldId="376"/>
            <ac:spMk id="12" creationId="{E92B1108-7024-11D7-88D5-CD5D8F2B3D88}"/>
          </ac:spMkLst>
        </pc:spChg>
        <pc:grpChg chg="add del mod">
          <ac:chgData name="Behzad Khajavi" userId="91f07ca7-1fc8-4164-be9a-722dcaccfc6b" providerId="ADAL" clId="{ED6694FD-2C1E-4B1C-BFD4-42BDC280E96F}" dt="2026-03-24T02:01:38.036" v="16348" actId="21"/>
          <ac:grpSpMkLst>
            <pc:docMk/>
            <pc:sldMk cId="124843298" sldId="376"/>
            <ac:grpSpMk id="6" creationId="{7219E507-C722-59FE-48BC-EA1DF8C76141}"/>
          </ac:grpSpMkLst>
        </pc:grpChg>
        <pc:picChg chg="add del mod">
          <ac:chgData name="Behzad Khajavi" userId="91f07ca7-1fc8-4164-be9a-722dcaccfc6b" providerId="ADAL" clId="{ED6694FD-2C1E-4B1C-BFD4-42BDC280E96F}" dt="2026-03-24T02:01:38.036" v="16348" actId="21"/>
          <ac:picMkLst>
            <pc:docMk/>
            <pc:sldMk cId="124843298" sldId="376"/>
            <ac:picMk id="2052" creationId="{B47D0E8C-DC4A-C78C-3779-3CD462C8FE53}"/>
          </ac:picMkLst>
        </pc:picChg>
        <pc:picChg chg="add del mod">
          <ac:chgData name="Behzad Khajavi" userId="91f07ca7-1fc8-4164-be9a-722dcaccfc6b" providerId="ADAL" clId="{ED6694FD-2C1E-4B1C-BFD4-42BDC280E96F}" dt="2026-03-24T01:58:52.938" v="16214" actId="478"/>
          <ac:picMkLst>
            <pc:docMk/>
            <pc:sldMk cId="124843298" sldId="376"/>
            <ac:picMk id="2054" creationId="{55FC92F2-141B-23B3-43CB-84F43756CA75}"/>
          </ac:picMkLst>
        </pc:picChg>
        <pc:picChg chg="add del mod">
          <ac:chgData name="Behzad Khajavi" userId="91f07ca7-1fc8-4164-be9a-722dcaccfc6b" providerId="ADAL" clId="{ED6694FD-2C1E-4B1C-BFD4-42BDC280E96F}" dt="2026-03-24T01:58:51.996" v="16213" actId="478"/>
          <ac:picMkLst>
            <pc:docMk/>
            <pc:sldMk cId="124843298" sldId="376"/>
            <ac:picMk id="2056" creationId="{D53D9A4C-5F69-776D-2753-B56B9F6E1409}"/>
          </ac:picMkLst>
        </pc:picChg>
        <pc:picChg chg="add del mod">
          <ac:chgData name="Behzad Khajavi" userId="91f07ca7-1fc8-4164-be9a-722dcaccfc6b" providerId="ADAL" clId="{ED6694FD-2C1E-4B1C-BFD4-42BDC280E96F}" dt="2026-03-24T04:05:16.625" v="19029" actId="21"/>
          <ac:picMkLst>
            <pc:docMk/>
            <pc:sldMk cId="124843298" sldId="376"/>
            <ac:picMk id="2058" creationId="{6E2951BA-1AC7-8DC3-340D-A6635063D624}"/>
          </ac:picMkLst>
        </pc:picChg>
        <pc:picChg chg="add del mod">
          <ac:chgData name="Behzad Khajavi" userId="91f07ca7-1fc8-4164-be9a-722dcaccfc6b" providerId="ADAL" clId="{ED6694FD-2C1E-4B1C-BFD4-42BDC280E96F}" dt="2026-03-24T01:58:50.968" v="16212" actId="478"/>
          <ac:picMkLst>
            <pc:docMk/>
            <pc:sldMk cId="124843298" sldId="376"/>
            <ac:picMk id="2060" creationId="{31166C0F-28AF-CA69-5732-8DE56D92E24D}"/>
          </ac:picMkLst>
        </pc:picChg>
      </pc:sldChg>
      <pc:sldChg chg="addSp delSp modSp del mod ord">
        <pc:chgData name="Behzad Khajavi" userId="91f07ca7-1fc8-4164-be9a-722dcaccfc6b" providerId="ADAL" clId="{ED6694FD-2C1E-4B1C-BFD4-42BDC280E96F}" dt="2026-03-24T18:22:06.870" v="20670" actId="47"/>
        <pc:sldMkLst>
          <pc:docMk/>
          <pc:sldMk cId="874318956" sldId="377"/>
        </pc:sldMkLst>
      </pc:sldChg>
      <pc:sldChg chg="addSp delSp modSp mod ord modAnim">
        <pc:chgData name="Behzad Khajavi" userId="91f07ca7-1fc8-4164-be9a-722dcaccfc6b" providerId="ADAL" clId="{ED6694FD-2C1E-4B1C-BFD4-42BDC280E96F}" dt="2026-03-24T19:57:22.644" v="20985" actId="1036"/>
        <pc:sldMkLst>
          <pc:docMk/>
          <pc:sldMk cId="4273274178" sldId="378"/>
        </pc:sldMkLst>
        <pc:spChg chg="add mod">
          <ac:chgData name="Behzad Khajavi" userId="91f07ca7-1fc8-4164-be9a-722dcaccfc6b" providerId="ADAL" clId="{ED6694FD-2C1E-4B1C-BFD4-42BDC280E96F}" dt="2026-03-24T19:57:18.004" v="20982" actId="1036"/>
          <ac:spMkLst>
            <pc:docMk/>
            <pc:sldMk cId="4273274178" sldId="378"/>
            <ac:spMk id="5" creationId="{ADAF9702-3773-0C32-5D03-E2F5703CC4C4}"/>
          </ac:spMkLst>
        </pc:spChg>
        <pc:spChg chg="add mod">
          <ac:chgData name="Behzad Khajavi" userId="91f07ca7-1fc8-4164-be9a-722dcaccfc6b" providerId="ADAL" clId="{ED6694FD-2C1E-4B1C-BFD4-42BDC280E96F}" dt="2026-03-24T02:20:13.774" v="16593" actId="1038"/>
          <ac:spMkLst>
            <pc:docMk/>
            <pc:sldMk cId="4273274178" sldId="378"/>
            <ac:spMk id="6" creationId="{E1505461-9D3F-B409-4496-F84282E4233A}"/>
          </ac:spMkLst>
        </pc:spChg>
        <pc:spChg chg="add mod">
          <ac:chgData name="Behzad Khajavi" userId="91f07ca7-1fc8-4164-be9a-722dcaccfc6b" providerId="ADAL" clId="{ED6694FD-2C1E-4B1C-BFD4-42BDC280E96F}" dt="2026-03-24T19:57:22.644" v="20985" actId="1036"/>
          <ac:spMkLst>
            <pc:docMk/>
            <pc:sldMk cId="4273274178" sldId="378"/>
            <ac:spMk id="8" creationId="{399A83CA-E8D9-D06B-BA99-6425367179F1}"/>
          </ac:spMkLst>
        </pc:spChg>
        <pc:spChg chg="add mod">
          <ac:chgData name="Behzad Khajavi" userId="91f07ca7-1fc8-4164-be9a-722dcaccfc6b" providerId="ADAL" clId="{ED6694FD-2C1E-4B1C-BFD4-42BDC280E96F}" dt="2026-03-17T18:05:29.629" v="13847" actId="164"/>
          <ac:spMkLst>
            <pc:docMk/>
            <pc:sldMk cId="4273274178" sldId="378"/>
            <ac:spMk id="12" creationId="{38412C48-CB43-CDD5-6298-646D6E438DF0}"/>
          </ac:spMkLst>
        </pc:spChg>
        <pc:grpChg chg="add mod">
          <ac:chgData name="Behzad Khajavi" userId="91f07ca7-1fc8-4164-be9a-722dcaccfc6b" providerId="ADAL" clId="{ED6694FD-2C1E-4B1C-BFD4-42BDC280E96F}" dt="2026-03-24T19:57:18.004" v="20982" actId="1036"/>
          <ac:grpSpMkLst>
            <pc:docMk/>
            <pc:sldMk cId="4273274178" sldId="378"/>
            <ac:grpSpMk id="7" creationId="{138AC582-CA4C-15A1-E14B-BBC088DFFA26}"/>
          </ac:grpSpMkLst>
        </pc:grpChg>
        <pc:grpChg chg="add mod">
          <ac:chgData name="Behzad Khajavi" userId="91f07ca7-1fc8-4164-be9a-722dcaccfc6b" providerId="ADAL" clId="{ED6694FD-2C1E-4B1C-BFD4-42BDC280E96F}" dt="2026-03-17T18:05:29.629" v="13847" actId="164"/>
          <ac:grpSpMkLst>
            <pc:docMk/>
            <pc:sldMk cId="4273274178" sldId="378"/>
            <ac:grpSpMk id="13" creationId="{A512F984-1970-A610-CDD4-869FEE62BA00}"/>
          </ac:grpSpMkLst>
        </pc:grpChg>
        <pc:picChg chg="add mod">
          <ac:chgData name="Behzad Khajavi" userId="91f07ca7-1fc8-4164-be9a-722dcaccfc6b" providerId="ADAL" clId="{ED6694FD-2C1E-4B1C-BFD4-42BDC280E96F}" dt="2026-03-17T18:05:29.629" v="13847" actId="164"/>
          <ac:picMkLst>
            <pc:docMk/>
            <pc:sldMk cId="4273274178" sldId="378"/>
            <ac:picMk id="10" creationId="{B60AC015-1A3E-7290-69E7-AB15B55092AE}"/>
          </ac:picMkLst>
        </pc:picChg>
        <pc:picChg chg="add mod">
          <ac:chgData name="Behzad Khajavi" userId="91f07ca7-1fc8-4164-be9a-722dcaccfc6b" providerId="ADAL" clId="{ED6694FD-2C1E-4B1C-BFD4-42BDC280E96F}" dt="2026-03-17T18:06:19.127" v="13852" actId="108"/>
          <ac:picMkLst>
            <pc:docMk/>
            <pc:sldMk cId="4273274178" sldId="378"/>
            <ac:picMk id="15" creationId="{AE1D81B1-6888-C6CF-02B1-514F6630D5F4}"/>
          </ac:picMkLst>
        </pc:picChg>
        <pc:picChg chg="add mod">
          <ac:chgData name="Behzad Khajavi" userId="91f07ca7-1fc8-4164-be9a-722dcaccfc6b" providerId="ADAL" clId="{ED6694FD-2C1E-4B1C-BFD4-42BDC280E96F}" dt="2026-03-24T19:57:18.004" v="20982" actId="1036"/>
          <ac:picMkLst>
            <pc:docMk/>
            <pc:sldMk cId="4273274178" sldId="378"/>
            <ac:picMk id="4098" creationId="{ABA79E01-C93D-2537-4DF6-0E1620A4C4CF}"/>
          </ac:picMkLst>
        </pc:picChg>
        <pc:picChg chg="add mod">
          <ac:chgData name="Behzad Khajavi" userId="91f07ca7-1fc8-4164-be9a-722dcaccfc6b" providerId="ADAL" clId="{ED6694FD-2C1E-4B1C-BFD4-42BDC280E96F}" dt="2026-03-17T18:30:48.686" v="13865" actId="1076"/>
          <ac:picMkLst>
            <pc:docMk/>
            <pc:sldMk cId="4273274178" sldId="378"/>
            <ac:picMk id="13316" creationId="{B55443F8-0B51-8C36-2EE8-878C3C65CE53}"/>
          </ac:picMkLst>
        </pc:picChg>
      </pc:sldChg>
      <pc:sldChg chg="addSp modSp del mod ord">
        <pc:chgData name="Behzad Khajavi" userId="91f07ca7-1fc8-4164-be9a-722dcaccfc6b" providerId="ADAL" clId="{ED6694FD-2C1E-4B1C-BFD4-42BDC280E96F}" dt="2026-03-24T18:22:07.823" v="20671" actId="47"/>
        <pc:sldMkLst>
          <pc:docMk/>
          <pc:sldMk cId="2465878575" sldId="379"/>
        </pc:sldMkLst>
      </pc:sldChg>
      <pc:sldChg chg="addSp delSp modSp mod ord">
        <pc:chgData name="Behzad Khajavi" userId="91f07ca7-1fc8-4164-be9a-722dcaccfc6b" providerId="ADAL" clId="{ED6694FD-2C1E-4B1C-BFD4-42BDC280E96F}" dt="2026-03-24T17:30:18.405" v="20338" actId="1038"/>
        <pc:sldMkLst>
          <pc:docMk/>
          <pc:sldMk cId="4067180117" sldId="380"/>
        </pc:sldMkLst>
        <pc:spChg chg="add mod">
          <ac:chgData name="Behzad Khajavi" userId="91f07ca7-1fc8-4164-be9a-722dcaccfc6b" providerId="ADAL" clId="{ED6694FD-2C1E-4B1C-BFD4-42BDC280E96F}" dt="2026-03-24T01:57:42.808" v="16206" actId="1037"/>
          <ac:spMkLst>
            <pc:docMk/>
            <pc:sldMk cId="4067180117" sldId="380"/>
            <ac:spMk id="7" creationId="{E30EFF99-F10F-48A6-AAA0-C20D75EC2CD1}"/>
          </ac:spMkLst>
        </pc:spChg>
        <pc:spChg chg="add mod topLvl">
          <ac:chgData name="Behzad Khajavi" userId="91f07ca7-1fc8-4164-be9a-722dcaccfc6b" providerId="ADAL" clId="{ED6694FD-2C1E-4B1C-BFD4-42BDC280E96F}" dt="2026-03-24T16:26:39.487" v="19948" actId="1038"/>
          <ac:spMkLst>
            <pc:docMk/>
            <pc:sldMk cId="4067180117" sldId="380"/>
            <ac:spMk id="10" creationId="{0DB9C9BD-83CA-25F0-4B9C-273010ED9BEB}"/>
          </ac:spMkLst>
        </pc:spChg>
        <pc:spChg chg="add mod">
          <ac:chgData name="Behzad Khajavi" userId="91f07ca7-1fc8-4164-be9a-722dcaccfc6b" providerId="ADAL" clId="{ED6694FD-2C1E-4B1C-BFD4-42BDC280E96F}" dt="2026-03-24T01:57:48.218" v="16211" actId="1036"/>
          <ac:spMkLst>
            <pc:docMk/>
            <pc:sldMk cId="4067180117" sldId="380"/>
            <ac:spMk id="15" creationId="{B21410F7-2D3E-DCD6-5364-F5B2BC6F22A7}"/>
          </ac:spMkLst>
        </pc:spChg>
        <pc:spChg chg="add mod">
          <ac:chgData name="Behzad Khajavi" userId="91f07ca7-1fc8-4164-be9a-722dcaccfc6b" providerId="ADAL" clId="{ED6694FD-2C1E-4B1C-BFD4-42BDC280E96F}" dt="2026-03-24T17:30:18.405" v="20338" actId="1038"/>
          <ac:spMkLst>
            <pc:docMk/>
            <pc:sldMk cId="4067180117" sldId="380"/>
            <ac:spMk id="17" creationId="{8981F45D-9CE6-CBC6-536E-4C0773F79098}"/>
          </ac:spMkLst>
        </pc:spChg>
        <pc:grpChg chg="add mod">
          <ac:chgData name="Behzad Khajavi" userId="91f07ca7-1fc8-4164-be9a-722dcaccfc6b" providerId="ADAL" clId="{ED6694FD-2C1E-4B1C-BFD4-42BDC280E96F}" dt="2026-03-24T01:57:42.808" v="16206" actId="1037"/>
          <ac:grpSpMkLst>
            <pc:docMk/>
            <pc:sldMk cId="4067180117" sldId="380"/>
            <ac:grpSpMk id="12" creationId="{2A838C9F-758D-79E4-F898-E52157F37C6F}"/>
          </ac:grpSpMkLst>
        </pc:grpChg>
        <pc:grpChg chg="add mod">
          <ac:chgData name="Behzad Khajavi" userId="91f07ca7-1fc8-4164-be9a-722dcaccfc6b" providerId="ADAL" clId="{ED6694FD-2C1E-4B1C-BFD4-42BDC280E96F}" dt="2026-03-24T16:26:39.487" v="19948" actId="1038"/>
          <ac:grpSpMkLst>
            <pc:docMk/>
            <pc:sldMk cId="4067180117" sldId="380"/>
            <ac:grpSpMk id="13" creationId="{6DA9775D-5B2F-FC66-3B4A-F9E8A809D7E9}"/>
          </ac:grpSpMkLst>
        </pc:grpChg>
        <pc:grpChg chg="add mod">
          <ac:chgData name="Behzad Khajavi" userId="91f07ca7-1fc8-4164-be9a-722dcaccfc6b" providerId="ADAL" clId="{ED6694FD-2C1E-4B1C-BFD4-42BDC280E96F}" dt="2026-03-24T01:57:48.218" v="16211" actId="1036"/>
          <ac:grpSpMkLst>
            <pc:docMk/>
            <pc:sldMk cId="4067180117" sldId="380"/>
            <ac:grpSpMk id="16" creationId="{C2D277C1-BD4E-272E-A3AC-7976CCC9BEB5}"/>
          </ac:grpSpMkLst>
        </pc:grpChg>
        <pc:picChg chg="add mod">
          <ac:chgData name="Behzad Khajavi" userId="91f07ca7-1fc8-4164-be9a-722dcaccfc6b" providerId="ADAL" clId="{ED6694FD-2C1E-4B1C-BFD4-42BDC280E96F}" dt="2026-03-24T01:57:42.808" v="16206" actId="1037"/>
          <ac:picMkLst>
            <pc:docMk/>
            <pc:sldMk cId="4067180117" sldId="380"/>
            <ac:picMk id="3074" creationId="{F0AD6C83-22F3-AA53-9690-812E4C344CBE}"/>
          </ac:picMkLst>
        </pc:picChg>
        <pc:picChg chg="add mod topLvl">
          <ac:chgData name="Behzad Khajavi" userId="91f07ca7-1fc8-4164-be9a-722dcaccfc6b" providerId="ADAL" clId="{ED6694FD-2C1E-4B1C-BFD4-42BDC280E96F}" dt="2026-03-24T16:26:39.487" v="19948" actId="1038"/>
          <ac:picMkLst>
            <pc:docMk/>
            <pc:sldMk cId="4067180117" sldId="380"/>
            <ac:picMk id="3076" creationId="{5EA38D31-4EE7-2900-72F6-E3ADB331A745}"/>
          </ac:picMkLst>
        </pc:picChg>
        <pc:picChg chg="add mod">
          <ac:chgData name="Behzad Khajavi" userId="91f07ca7-1fc8-4164-be9a-722dcaccfc6b" providerId="ADAL" clId="{ED6694FD-2C1E-4B1C-BFD4-42BDC280E96F}" dt="2026-03-24T01:57:48.218" v="16211" actId="1036"/>
          <ac:picMkLst>
            <pc:docMk/>
            <pc:sldMk cId="4067180117" sldId="380"/>
            <ac:picMk id="3078" creationId="{9D1BBB7B-5773-8F3F-626C-6AB73638FB93}"/>
          </ac:picMkLst>
        </pc:picChg>
      </pc:sldChg>
      <pc:sldChg chg="addSp delSp modSp mod ord modAnim chgLayout">
        <pc:chgData name="Behzad Khajavi" userId="91f07ca7-1fc8-4164-be9a-722dcaccfc6b" providerId="ADAL" clId="{ED6694FD-2C1E-4B1C-BFD4-42BDC280E96F}" dt="2026-03-24T03:28:45.906" v="17958" actId="255"/>
        <pc:sldMkLst>
          <pc:docMk/>
          <pc:sldMk cId="1135743439" sldId="382"/>
        </pc:sldMkLst>
        <pc:spChg chg="mod ord">
          <ac:chgData name="Behzad Khajavi" userId="91f07ca7-1fc8-4164-be9a-722dcaccfc6b" providerId="ADAL" clId="{ED6694FD-2C1E-4B1C-BFD4-42BDC280E96F}" dt="2026-03-23T22:43:39.658" v="14382" actId="6264"/>
          <ac:spMkLst>
            <pc:docMk/>
            <pc:sldMk cId="1135743439" sldId="382"/>
            <ac:spMk id="2" creationId="{522A4177-4D62-1D8A-37BC-B1282FBC4DF1}"/>
          </ac:spMkLst>
        </pc:spChg>
        <pc:spChg chg="mod ord">
          <ac:chgData name="Behzad Khajavi" userId="91f07ca7-1fc8-4164-be9a-722dcaccfc6b" providerId="ADAL" clId="{ED6694FD-2C1E-4B1C-BFD4-42BDC280E96F}" dt="2026-03-23T22:43:39.658" v="14382" actId="6264"/>
          <ac:spMkLst>
            <pc:docMk/>
            <pc:sldMk cId="1135743439" sldId="382"/>
            <ac:spMk id="3" creationId="{B89A788F-EBA4-43DB-D693-E52DAABCAC2B}"/>
          </ac:spMkLst>
        </pc:spChg>
        <pc:spChg chg="mod ord">
          <ac:chgData name="Behzad Khajavi" userId="91f07ca7-1fc8-4164-be9a-722dcaccfc6b" providerId="ADAL" clId="{ED6694FD-2C1E-4B1C-BFD4-42BDC280E96F}" dt="2026-03-23T22:43:39.658" v="14382" actId="6264"/>
          <ac:spMkLst>
            <pc:docMk/>
            <pc:sldMk cId="1135743439" sldId="382"/>
            <ac:spMk id="4" creationId="{7CA6B540-18B9-C2EF-FFC5-72C45EA9BEFD}"/>
          </ac:spMkLst>
        </pc:spChg>
        <pc:spChg chg="add mod">
          <ac:chgData name="Behzad Khajavi" userId="91f07ca7-1fc8-4164-be9a-722dcaccfc6b" providerId="ADAL" clId="{ED6694FD-2C1E-4B1C-BFD4-42BDC280E96F}" dt="2026-03-24T02:54:53.592" v="17084" actId="1035"/>
          <ac:spMkLst>
            <pc:docMk/>
            <pc:sldMk cId="1135743439" sldId="382"/>
            <ac:spMk id="5" creationId="{648B7D4A-C834-7A09-2268-F0DE0A3028FA}"/>
          </ac:spMkLst>
        </pc:spChg>
        <pc:spChg chg="add mod">
          <ac:chgData name="Behzad Khajavi" userId="91f07ca7-1fc8-4164-be9a-722dcaccfc6b" providerId="ADAL" clId="{ED6694FD-2C1E-4B1C-BFD4-42BDC280E96F}" dt="2026-03-24T03:28:45.906" v="17958" actId="255"/>
          <ac:spMkLst>
            <pc:docMk/>
            <pc:sldMk cId="1135743439" sldId="382"/>
            <ac:spMk id="6" creationId="{DDA60DAB-FF97-A249-DB35-EFF4147181B3}"/>
          </ac:spMkLst>
        </pc:spChg>
        <pc:spChg chg="mod">
          <ac:chgData name="Behzad Khajavi" userId="91f07ca7-1fc8-4164-be9a-722dcaccfc6b" providerId="ADAL" clId="{ED6694FD-2C1E-4B1C-BFD4-42BDC280E96F}" dt="2026-03-13T02:50:29.442" v="7722"/>
          <ac:spMkLst>
            <pc:docMk/>
            <pc:sldMk cId="1135743439" sldId="382"/>
            <ac:spMk id="8" creationId="{404FAF89-87EE-3B4F-07C7-4CFF80C8D236}"/>
          </ac:spMkLst>
        </pc:spChg>
        <pc:spChg chg="mod">
          <ac:chgData name="Behzad Khajavi" userId="91f07ca7-1fc8-4164-be9a-722dcaccfc6b" providerId="ADAL" clId="{ED6694FD-2C1E-4B1C-BFD4-42BDC280E96F}" dt="2026-03-13T02:50:29.442" v="7722"/>
          <ac:spMkLst>
            <pc:docMk/>
            <pc:sldMk cId="1135743439" sldId="382"/>
            <ac:spMk id="15" creationId="{AD3BB80C-590C-D97D-E742-1A80A940725B}"/>
          </ac:spMkLst>
        </pc:spChg>
        <pc:spChg chg="mod">
          <ac:chgData name="Behzad Khajavi" userId="91f07ca7-1fc8-4164-be9a-722dcaccfc6b" providerId="ADAL" clId="{ED6694FD-2C1E-4B1C-BFD4-42BDC280E96F}" dt="2026-03-13T02:50:29.442" v="7722"/>
          <ac:spMkLst>
            <pc:docMk/>
            <pc:sldMk cId="1135743439" sldId="382"/>
            <ac:spMk id="16" creationId="{FC98204E-9349-7A78-765C-DEE0B2D395A4}"/>
          </ac:spMkLst>
        </pc:spChg>
        <pc:spChg chg="mod">
          <ac:chgData name="Behzad Khajavi" userId="91f07ca7-1fc8-4164-be9a-722dcaccfc6b" providerId="ADAL" clId="{ED6694FD-2C1E-4B1C-BFD4-42BDC280E96F}" dt="2026-03-13T02:50:29.442" v="7722"/>
          <ac:spMkLst>
            <pc:docMk/>
            <pc:sldMk cId="1135743439" sldId="382"/>
            <ac:spMk id="17" creationId="{6AE4A4DF-BF8C-7892-0F20-9884C42B08D2}"/>
          </ac:spMkLst>
        </pc:spChg>
        <pc:spChg chg="mod">
          <ac:chgData name="Behzad Khajavi" userId="91f07ca7-1fc8-4164-be9a-722dcaccfc6b" providerId="ADAL" clId="{ED6694FD-2C1E-4B1C-BFD4-42BDC280E96F}" dt="2026-03-13T02:50:29.442" v="7722"/>
          <ac:spMkLst>
            <pc:docMk/>
            <pc:sldMk cId="1135743439" sldId="382"/>
            <ac:spMk id="18" creationId="{FBDD6846-58D2-507E-6F9A-6705E73BE8A1}"/>
          </ac:spMkLst>
        </pc:spChg>
        <pc:spChg chg="mod">
          <ac:chgData name="Behzad Khajavi" userId="91f07ca7-1fc8-4164-be9a-722dcaccfc6b" providerId="ADAL" clId="{ED6694FD-2C1E-4B1C-BFD4-42BDC280E96F}" dt="2026-03-13T02:50:29.442" v="7722"/>
          <ac:spMkLst>
            <pc:docMk/>
            <pc:sldMk cId="1135743439" sldId="382"/>
            <ac:spMk id="19" creationId="{D00C1465-D365-13A6-4417-8498C24C21E9}"/>
          </ac:spMkLst>
        </pc:spChg>
        <pc:spChg chg="mod">
          <ac:chgData name="Behzad Khajavi" userId="91f07ca7-1fc8-4164-be9a-722dcaccfc6b" providerId="ADAL" clId="{ED6694FD-2C1E-4B1C-BFD4-42BDC280E96F}" dt="2026-03-13T02:50:29.442" v="7722"/>
          <ac:spMkLst>
            <pc:docMk/>
            <pc:sldMk cId="1135743439" sldId="382"/>
            <ac:spMk id="20" creationId="{1ADC5222-4197-578F-705E-841B9D71E607}"/>
          </ac:spMkLst>
        </pc:spChg>
        <pc:spChg chg="mod">
          <ac:chgData name="Behzad Khajavi" userId="91f07ca7-1fc8-4164-be9a-722dcaccfc6b" providerId="ADAL" clId="{ED6694FD-2C1E-4B1C-BFD4-42BDC280E96F}" dt="2026-03-13T02:50:29.442" v="7722"/>
          <ac:spMkLst>
            <pc:docMk/>
            <pc:sldMk cId="1135743439" sldId="382"/>
            <ac:spMk id="21" creationId="{3954AC44-702E-47B3-AF6F-5FB159A0BA92}"/>
          </ac:spMkLst>
        </pc:spChg>
        <pc:spChg chg="mod">
          <ac:chgData name="Behzad Khajavi" userId="91f07ca7-1fc8-4164-be9a-722dcaccfc6b" providerId="ADAL" clId="{ED6694FD-2C1E-4B1C-BFD4-42BDC280E96F}" dt="2026-03-13T02:50:29.442" v="7722"/>
          <ac:spMkLst>
            <pc:docMk/>
            <pc:sldMk cId="1135743439" sldId="382"/>
            <ac:spMk id="23" creationId="{1E0E1794-8D36-5023-9AC7-78F9D8CF7D75}"/>
          </ac:spMkLst>
        </pc:spChg>
        <pc:spChg chg="mod">
          <ac:chgData name="Behzad Khajavi" userId="91f07ca7-1fc8-4164-be9a-722dcaccfc6b" providerId="ADAL" clId="{ED6694FD-2C1E-4B1C-BFD4-42BDC280E96F}" dt="2026-03-13T02:50:29.442" v="7722"/>
          <ac:spMkLst>
            <pc:docMk/>
            <pc:sldMk cId="1135743439" sldId="382"/>
            <ac:spMk id="24" creationId="{9696638E-9885-60B7-6A2E-398538B9AFE3}"/>
          </ac:spMkLst>
        </pc:spChg>
        <pc:spChg chg="add mod">
          <ac:chgData name="Behzad Khajavi" userId="91f07ca7-1fc8-4164-be9a-722dcaccfc6b" providerId="ADAL" clId="{ED6694FD-2C1E-4B1C-BFD4-42BDC280E96F}" dt="2026-03-24T02:55:12.736" v="17117" actId="14100"/>
          <ac:spMkLst>
            <pc:docMk/>
            <pc:sldMk cId="1135743439" sldId="382"/>
            <ac:spMk id="26" creationId="{E505C110-07DC-BBCD-12A5-D88C80AAB4FC}"/>
          </ac:spMkLst>
        </pc:spChg>
        <pc:grpChg chg="mod">
          <ac:chgData name="Behzad Khajavi" userId="91f07ca7-1fc8-4164-be9a-722dcaccfc6b" providerId="ADAL" clId="{ED6694FD-2C1E-4B1C-BFD4-42BDC280E96F}" dt="2026-03-24T02:54:57.755" v="17105" actId="1038"/>
          <ac:grpSpMkLst>
            <pc:docMk/>
            <pc:sldMk cId="1135743439" sldId="382"/>
            <ac:grpSpMk id="7" creationId="{188AE8CB-3355-B781-7D44-7E505D92605F}"/>
          </ac:grpSpMkLst>
        </pc:grpChg>
      </pc:sldChg>
      <pc:sldChg chg="addSp delSp modSp add mod ord">
        <pc:chgData name="Behzad Khajavi" userId="91f07ca7-1fc8-4164-be9a-722dcaccfc6b" providerId="ADAL" clId="{ED6694FD-2C1E-4B1C-BFD4-42BDC280E96F}" dt="2026-03-24T20:34:22.862" v="21702" actId="6549"/>
        <pc:sldMkLst>
          <pc:docMk/>
          <pc:sldMk cId="530720564" sldId="385"/>
        </pc:sldMkLst>
        <pc:spChg chg="add del mod">
          <ac:chgData name="Behzad Khajavi" userId="91f07ca7-1fc8-4164-be9a-722dcaccfc6b" providerId="ADAL" clId="{ED6694FD-2C1E-4B1C-BFD4-42BDC280E96F}" dt="2026-03-24T02:02:33.997" v="16371" actId="21"/>
          <ac:spMkLst>
            <pc:docMk/>
            <pc:sldMk cId="530720564" sldId="385"/>
            <ac:spMk id="5" creationId="{6144FAC9-C932-CA33-9B7C-9B3928C93E92}"/>
          </ac:spMkLst>
        </pc:spChg>
        <pc:spChg chg="add mod">
          <ac:chgData name="Behzad Khajavi" userId="91f07ca7-1fc8-4164-be9a-722dcaccfc6b" providerId="ADAL" clId="{ED6694FD-2C1E-4B1C-BFD4-42BDC280E96F}" dt="2026-03-24T20:34:22.862" v="21702" actId="6549"/>
          <ac:spMkLst>
            <pc:docMk/>
            <pc:sldMk cId="530720564" sldId="385"/>
            <ac:spMk id="7" creationId="{CFFE99D2-B8D7-C0E3-0FB3-18E7849C46E0}"/>
          </ac:spMkLst>
        </pc:spChg>
        <pc:spChg chg="add mod">
          <ac:chgData name="Behzad Khajavi" userId="91f07ca7-1fc8-4164-be9a-722dcaccfc6b" providerId="ADAL" clId="{ED6694FD-2C1E-4B1C-BFD4-42BDC280E96F}" dt="2026-03-17T02:08:16.114" v="10612" actId="164"/>
          <ac:spMkLst>
            <pc:docMk/>
            <pc:sldMk cId="530720564" sldId="385"/>
            <ac:spMk id="11" creationId="{2B0FE632-8A82-FFC2-C4FF-E606EF4AF25C}"/>
          </ac:spMkLst>
        </pc:spChg>
        <pc:spChg chg="add mod">
          <ac:chgData name="Behzad Khajavi" userId="91f07ca7-1fc8-4164-be9a-722dcaccfc6b" providerId="ADAL" clId="{ED6694FD-2C1E-4B1C-BFD4-42BDC280E96F}" dt="2026-03-24T02:02:46.284" v="16411" actId="1035"/>
          <ac:spMkLst>
            <pc:docMk/>
            <pc:sldMk cId="530720564" sldId="385"/>
            <ac:spMk id="13" creationId="{6144FAC9-C932-CA33-9B7C-9B3928C93E92}"/>
          </ac:spMkLst>
        </pc:spChg>
        <pc:spChg chg="add mod">
          <ac:chgData name="Behzad Khajavi" userId="91f07ca7-1fc8-4164-be9a-722dcaccfc6b" providerId="ADAL" clId="{ED6694FD-2C1E-4B1C-BFD4-42BDC280E96F}" dt="2026-03-17T02:38:39.732" v="10815" actId="1076"/>
          <ac:spMkLst>
            <pc:docMk/>
            <pc:sldMk cId="530720564" sldId="385"/>
            <ac:spMk id="14" creationId="{83CE31EE-A503-6DAF-918D-B728A095638B}"/>
          </ac:spMkLst>
        </pc:spChg>
        <pc:spChg chg="add del mod">
          <ac:chgData name="Behzad Khajavi" userId="91f07ca7-1fc8-4164-be9a-722dcaccfc6b" providerId="ADAL" clId="{ED6694FD-2C1E-4B1C-BFD4-42BDC280E96F}" dt="2026-03-24T20:33:17.456" v="21645" actId="478"/>
          <ac:spMkLst>
            <pc:docMk/>
            <pc:sldMk cId="530720564" sldId="385"/>
            <ac:spMk id="15" creationId="{2B2D5CE1-BD72-6210-E985-F471F350A5F6}"/>
          </ac:spMkLst>
        </pc:spChg>
        <pc:grpChg chg="add mod">
          <ac:chgData name="Behzad Khajavi" userId="91f07ca7-1fc8-4164-be9a-722dcaccfc6b" providerId="ADAL" clId="{ED6694FD-2C1E-4B1C-BFD4-42BDC280E96F}" dt="2026-03-24T20:33:24.315" v="21648"/>
          <ac:grpSpMkLst>
            <pc:docMk/>
            <pc:sldMk cId="530720564" sldId="385"/>
            <ac:grpSpMk id="8" creationId="{F6820B62-C1FB-691D-B6C8-E18F1BF29917}"/>
          </ac:grpSpMkLst>
        </pc:grpChg>
        <pc:grpChg chg="add mod">
          <ac:chgData name="Behzad Khajavi" userId="91f07ca7-1fc8-4164-be9a-722dcaccfc6b" providerId="ADAL" clId="{ED6694FD-2C1E-4B1C-BFD4-42BDC280E96F}" dt="2026-03-24T02:08:59.380" v="16481" actId="1036"/>
          <ac:grpSpMkLst>
            <pc:docMk/>
            <pc:sldMk cId="530720564" sldId="385"/>
            <ac:grpSpMk id="12" creationId="{104C2BE3-65D8-A0BB-4F56-3D139ABDE949}"/>
          </ac:grpSpMkLst>
        </pc:grpChg>
        <pc:picChg chg="add mod">
          <ac:chgData name="Behzad Khajavi" userId="91f07ca7-1fc8-4164-be9a-722dcaccfc6b" providerId="ADAL" clId="{ED6694FD-2C1E-4B1C-BFD4-42BDC280E96F}" dt="2026-03-24T20:33:24.315" v="21648"/>
          <ac:picMkLst>
            <pc:docMk/>
            <pc:sldMk cId="530720564" sldId="385"/>
            <ac:picMk id="6" creationId="{203E48A4-2EFA-134C-C1F3-7634201B7C52}"/>
          </ac:picMkLst>
        </pc:picChg>
        <pc:picChg chg="add mod modCrop">
          <ac:chgData name="Behzad Khajavi" userId="91f07ca7-1fc8-4164-be9a-722dcaccfc6b" providerId="ADAL" clId="{ED6694FD-2C1E-4B1C-BFD4-42BDC280E96F}" dt="2026-03-17T18:34:03.015" v="13922" actId="108"/>
          <ac:picMkLst>
            <pc:docMk/>
            <pc:sldMk cId="530720564" sldId="385"/>
            <ac:picMk id="10" creationId="{9D2912C7-8FFC-17EE-063B-FD35B7E368B7}"/>
          </ac:picMkLst>
        </pc:picChg>
        <pc:picChg chg="add mod">
          <ac:chgData name="Behzad Khajavi" userId="91f07ca7-1fc8-4164-be9a-722dcaccfc6b" providerId="ADAL" clId="{ED6694FD-2C1E-4B1C-BFD4-42BDC280E96F}" dt="2026-03-24T02:09:54.146" v="16493" actId="552"/>
          <ac:picMkLst>
            <pc:docMk/>
            <pc:sldMk cId="530720564" sldId="385"/>
            <ac:picMk id="14338" creationId="{C154F85B-3DE1-803A-CB7D-DE8D1F74579C}"/>
          </ac:picMkLst>
        </pc:picChg>
        <pc:picChg chg="add mod">
          <ac:chgData name="Behzad Khajavi" userId="91f07ca7-1fc8-4164-be9a-722dcaccfc6b" providerId="ADAL" clId="{ED6694FD-2C1E-4B1C-BFD4-42BDC280E96F}" dt="2026-03-24T02:09:54.146" v="16493" actId="552"/>
          <ac:picMkLst>
            <pc:docMk/>
            <pc:sldMk cId="530720564" sldId="385"/>
            <ac:picMk id="14340" creationId="{03BB2064-27C8-86FD-738C-420549AD6BED}"/>
          </ac:picMkLst>
        </pc:picChg>
      </pc:sldChg>
      <pc:sldChg chg="addSp modSp add mod ord">
        <pc:chgData name="Behzad Khajavi" userId="91f07ca7-1fc8-4164-be9a-722dcaccfc6b" providerId="ADAL" clId="{ED6694FD-2C1E-4B1C-BFD4-42BDC280E96F}" dt="2026-03-24T18:20:17.971" v="20660" actId="113"/>
        <pc:sldMkLst>
          <pc:docMk/>
          <pc:sldMk cId="3863319655" sldId="387"/>
        </pc:sldMkLst>
        <pc:spChg chg="add mod">
          <ac:chgData name="Behzad Khajavi" userId="91f07ca7-1fc8-4164-be9a-722dcaccfc6b" providerId="ADAL" clId="{ED6694FD-2C1E-4B1C-BFD4-42BDC280E96F}" dt="2026-03-24T18:17:03.710" v="20577" actId="1076"/>
          <ac:spMkLst>
            <pc:docMk/>
            <pc:sldMk cId="3863319655" sldId="387"/>
            <ac:spMk id="5" creationId="{E81F5503-50EE-DD73-C409-1211D976396A}"/>
          </ac:spMkLst>
        </pc:spChg>
        <pc:spChg chg="add mod">
          <ac:chgData name="Behzad Khajavi" userId="91f07ca7-1fc8-4164-be9a-722dcaccfc6b" providerId="ADAL" clId="{ED6694FD-2C1E-4B1C-BFD4-42BDC280E96F}" dt="2026-03-24T18:20:17.971" v="20660" actId="113"/>
          <ac:spMkLst>
            <pc:docMk/>
            <pc:sldMk cId="3863319655" sldId="387"/>
            <ac:spMk id="6" creationId="{6FA0C480-9757-0E22-FAD7-979479C7E4EE}"/>
          </ac:spMkLst>
        </pc:spChg>
      </pc:sldChg>
      <pc:sldChg chg="addSp modSp new mod">
        <pc:chgData name="Behzad Khajavi" userId="91f07ca7-1fc8-4164-be9a-722dcaccfc6b" providerId="ADAL" clId="{ED6694FD-2C1E-4B1C-BFD4-42BDC280E96F}" dt="2026-03-24T16:00:35.118" v="19812" actId="1038"/>
        <pc:sldMkLst>
          <pc:docMk/>
          <pc:sldMk cId="2182186175" sldId="388"/>
        </pc:sldMkLst>
        <pc:spChg chg="add mod ord">
          <ac:chgData name="Behzad Khajavi" userId="91f07ca7-1fc8-4164-be9a-722dcaccfc6b" providerId="ADAL" clId="{ED6694FD-2C1E-4B1C-BFD4-42BDC280E96F}" dt="2026-03-24T02:54:34.341" v="17059" actId="1038"/>
          <ac:spMkLst>
            <pc:docMk/>
            <pc:sldMk cId="2182186175" sldId="388"/>
            <ac:spMk id="5" creationId="{F8D85E21-C88D-C93E-BF0C-53AB50ACCCD6}"/>
          </ac:spMkLst>
        </pc:spChg>
        <pc:spChg chg="add mod">
          <ac:chgData name="Behzad Khajavi" userId="91f07ca7-1fc8-4164-be9a-722dcaccfc6b" providerId="ADAL" clId="{ED6694FD-2C1E-4B1C-BFD4-42BDC280E96F}" dt="2026-03-24T02:54:34.341" v="17059" actId="1038"/>
          <ac:spMkLst>
            <pc:docMk/>
            <pc:sldMk cId="2182186175" sldId="388"/>
            <ac:spMk id="7" creationId="{74E6FBFE-2244-0372-9795-057C74374D00}"/>
          </ac:spMkLst>
        </pc:spChg>
        <pc:spChg chg="add mod">
          <ac:chgData name="Behzad Khajavi" userId="91f07ca7-1fc8-4164-be9a-722dcaccfc6b" providerId="ADAL" clId="{ED6694FD-2C1E-4B1C-BFD4-42BDC280E96F}" dt="2026-03-24T02:54:34.341" v="17059" actId="1038"/>
          <ac:spMkLst>
            <pc:docMk/>
            <pc:sldMk cId="2182186175" sldId="388"/>
            <ac:spMk id="9" creationId="{397B8803-A7F0-5C19-BE4F-79E418530284}"/>
          </ac:spMkLst>
        </pc:spChg>
        <pc:spChg chg="add mod">
          <ac:chgData name="Behzad Khajavi" userId="91f07ca7-1fc8-4164-be9a-722dcaccfc6b" providerId="ADAL" clId="{ED6694FD-2C1E-4B1C-BFD4-42BDC280E96F}" dt="2026-03-24T16:00:35.118" v="19812" actId="1038"/>
          <ac:spMkLst>
            <pc:docMk/>
            <pc:sldMk cId="2182186175" sldId="388"/>
            <ac:spMk id="11" creationId="{9FE9A4FA-7E84-97FF-E3C0-D34F41E12A25}"/>
          </ac:spMkLst>
        </pc:spChg>
        <pc:picChg chg="add mod">
          <ac:chgData name="Behzad Khajavi" userId="91f07ca7-1fc8-4164-be9a-722dcaccfc6b" providerId="ADAL" clId="{ED6694FD-2C1E-4B1C-BFD4-42BDC280E96F}" dt="2026-03-24T03:29:21.458" v="17973" actId="1036"/>
          <ac:picMkLst>
            <pc:docMk/>
            <pc:sldMk cId="2182186175" sldId="388"/>
            <ac:picMk id="7170" creationId="{78A4B0D2-7F39-61E4-3261-B29FB69878FA}"/>
          </ac:picMkLst>
        </pc:picChg>
        <pc:picChg chg="add mod">
          <ac:chgData name="Behzad Khajavi" userId="91f07ca7-1fc8-4164-be9a-722dcaccfc6b" providerId="ADAL" clId="{ED6694FD-2C1E-4B1C-BFD4-42BDC280E96F}" dt="2026-03-24T02:53:02.955" v="16942" actId="1036"/>
          <ac:picMkLst>
            <pc:docMk/>
            <pc:sldMk cId="2182186175" sldId="388"/>
            <ac:picMk id="7172" creationId="{CB0A71A1-4D16-D37C-148E-B80D25FE727F}"/>
          </ac:picMkLst>
        </pc:picChg>
        <pc:picChg chg="add mod">
          <ac:chgData name="Behzad Khajavi" userId="91f07ca7-1fc8-4164-be9a-722dcaccfc6b" providerId="ADAL" clId="{ED6694FD-2C1E-4B1C-BFD4-42BDC280E96F}" dt="2026-03-24T02:50:57.580" v="16889" actId="1076"/>
          <ac:picMkLst>
            <pc:docMk/>
            <pc:sldMk cId="2182186175" sldId="388"/>
            <ac:picMk id="7174" creationId="{D35FD6CF-D3CE-66CB-9AC4-EE9D701197FC}"/>
          </ac:picMkLst>
        </pc:picChg>
      </pc:sldChg>
      <pc:sldChg chg="addSp delSp modSp new mod">
        <pc:chgData name="Behzad Khajavi" userId="91f07ca7-1fc8-4164-be9a-722dcaccfc6b" providerId="ADAL" clId="{ED6694FD-2C1E-4B1C-BFD4-42BDC280E96F}" dt="2026-03-24T04:04:37.844" v="19027" actId="1037"/>
        <pc:sldMkLst>
          <pc:docMk/>
          <pc:sldMk cId="2308911223" sldId="389"/>
        </pc:sldMkLst>
        <pc:spChg chg="add mod">
          <ac:chgData name="Behzad Khajavi" userId="91f07ca7-1fc8-4164-be9a-722dcaccfc6b" providerId="ADAL" clId="{ED6694FD-2C1E-4B1C-BFD4-42BDC280E96F}" dt="2026-03-24T04:04:37.844" v="19027" actId="1037"/>
          <ac:spMkLst>
            <pc:docMk/>
            <pc:sldMk cId="2308911223" sldId="389"/>
            <ac:spMk id="5" creationId="{76C545F9-6EF3-5D2F-DF01-0B884323A235}"/>
          </ac:spMkLst>
        </pc:spChg>
        <pc:spChg chg="add mod">
          <ac:chgData name="Behzad Khajavi" userId="91f07ca7-1fc8-4164-be9a-722dcaccfc6b" providerId="ADAL" clId="{ED6694FD-2C1E-4B1C-BFD4-42BDC280E96F}" dt="2026-03-24T04:01:00.557" v="18850" actId="1037"/>
          <ac:spMkLst>
            <pc:docMk/>
            <pc:sldMk cId="2308911223" sldId="389"/>
            <ac:spMk id="6" creationId="{41D710FD-F164-092C-9947-0225529FAF4C}"/>
          </ac:spMkLst>
        </pc:spChg>
        <pc:picChg chg="add mod">
          <ac:chgData name="Behzad Khajavi" userId="91f07ca7-1fc8-4164-be9a-722dcaccfc6b" providerId="ADAL" clId="{ED6694FD-2C1E-4B1C-BFD4-42BDC280E96F}" dt="2026-03-24T04:03:03.899" v="18958" actId="1036"/>
          <ac:picMkLst>
            <pc:docMk/>
            <pc:sldMk cId="2308911223" sldId="389"/>
            <ac:picMk id="10242" creationId="{DACA4FFF-C2BD-F806-9CDA-4A562881C594}"/>
          </ac:picMkLst>
        </pc:picChg>
        <pc:picChg chg="add mod">
          <ac:chgData name="Behzad Khajavi" userId="91f07ca7-1fc8-4164-be9a-722dcaccfc6b" providerId="ADAL" clId="{ED6694FD-2C1E-4B1C-BFD4-42BDC280E96F}" dt="2026-03-24T04:03:03.899" v="18958" actId="1036"/>
          <ac:picMkLst>
            <pc:docMk/>
            <pc:sldMk cId="2308911223" sldId="389"/>
            <ac:picMk id="10246" creationId="{373B5E05-5D9C-976B-966A-CE75D64D378A}"/>
          </ac:picMkLst>
        </pc:picChg>
        <pc:picChg chg="add mod">
          <ac:chgData name="Behzad Khajavi" userId="91f07ca7-1fc8-4164-be9a-722dcaccfc6b" providerId="ADAL" clId="{ED6694FD-2C1E-4B1C-BFD4-42BDC280E96F}" dt="2026-03-24T04:03:15.021" v="18961" actId="1076"/>
          <ac:picMkLst>
            <pc:docMk/>
            <pc:sldMk cId="2308911223" sldId="389"/>
            <ac:picMk id="10250" creationId="{B64FA949-9984-22DA-3EE6-76E338DD2023}"/>
          </ac:picMkLst>
        </pc:picChg>
        <pc:picChg chg="add mod">
          <ac:chgData name="Behzad Khajavi" userId="91f07ca7-1fc8-4164-be9a-722dcaccfc6b" providerId="ADAL" clId="{ED6694FD-2C1E-4B1C-BFD4-42BDC280E96F}" dt="2026-03-24T04:02:56.620" v="18937" actId="1036"/>
          <ac:picMkLst>
            <pc:docMk/>
            <pc:sldMk cId="2308911223" sldId="389"/>
            <ac:picMk id="10254" creationId="{2E13DDDC-83B8-2140-AA6C-12B15107D00B}"/>
          </ac:picMkLst>
        </pc:picChg>
      </pc:sldChg>
      <pc:sldChg chg="addSp delSp modSp new mod ord addAnim delAnim modAnim">
        <pc:chgData name="Behzad Khajavi" userId="91f07ca7-1fc8-4164-be9a-722dcaccfc6b" providerId="ADAL" clId="{ED6694FD-2C1E-4B1C-BFD4-42BDC280E96F}" dt="2026-03-25T15:39:37.290" v="23245" actId="1038"/>
        <pc:sldMkLst>
          <pc:docMk/>
          <pc:sldMk cId="924205193" sldId="392"/>
        </pc:sldMkLst>
        <pc:spChg chg="add mod">
          <ac:chgData name="Behzad Khajavi" userId="91f07ca7-1fc8-4164-be9a-722dcaccfc6b" providerId="ADAL" clId="{ED6694FD-2C1E-4B1C-BFD4-42BDC280E96F}" dt="2026-03-24T03:28:04.908" v="17867" actId="1037"/>
          <ac:spMkLst>
            <pc:docMk/>
            <pc:sldMk cId="924205193" sldId="392"/>
            <ac:spMk id="5" creationId="{81AE3F83-A205-3A2B-D254-6A3E78D32039}"/>
          </ac:spMkLst>
        </pc:spChg>
        <pc:spChg chg="add mod">
          <ac:chgData name="Behzad Khajavi" userId="91f07ca7-1fc8-4164-be9a-722dcaccfc6b" providerId="ADAL" clId="{ED6694FD-2C1E-4B1C-BFD4-42BDC280E96F}" dt="2026-03-25T15:32:48.600" v="23132" actId="1035"/>
          <ac:spMkLst>
            <pc:docMk/>
            <pc:sldMk cId="924205193" sldId="392"/>
            <ac:spMk id="6" creationId="{B4D64629-D08C-64C7-8481-DA358F60BBED}"/>
          </ac:spMkLst>
        </pc:spChg>
        <pc:spChg chg="add del mod">
          <ac:chgData name="Behzad Khajavi" userId="91f07ca7-1fc8-4164-be9a-722dcaccfc6b" providerId="ADAL" clId="{ED6694FD-2C1E-4B1C-BFD4-42BDC280E96F}" dt="2026-03-24T03:25:39.970" v="17844" actId="478"/>
          <ac:spMkLst>
            <pc:docMk/>
            <pc:sldMk cId="924205193" sldId="392"/>
            <ac:spMk id="8" creationId="{980B8FFA-F8FD-CCA8-3C38-09E1ADF8D339}"/>
          </ac:spMkLst>
        </pc:spChg>
        <pc:spChg chg="add mod">
          <ac:chgData name="Behzad Khajavi" userId="91f07ca7-1fc8-4164-be9a-722dcaccfc6b" providerId="ADAL" clId="{ED6694FD-2C1E-4B1C-BFD4-42BDC280E96F}" dt="2026-03-25T15:39:30.713" v="23218" actId="1035"/>
          <ac:spMkLst>
            <pc:docMk/>
            <pc:sldMk cId="924205193" sldId="392"/>
            <ac:spMk id="10" creationId="{1F5D0247-4567-F1AD-074D-89DECF77C1A6}"/>
          </ac:spMkLst>
        </pc:spChg>
        <pc:spChg chg="add del mod">
          <ac:chgData name="Behzad Khajavi" userId="91f07ca7-1fc8-4164-be9a-722dcaccfc6b" providerId="ADAL" clId="{ED6694FD-2C1E-4B1C-BFD4-42BDC280E96F}" dt="2026-03-24T18:55:27.163" v="20860" actId="478"/>
          <ac:spMkLst>
            <pc:docMk/>
            <pc:sldMk cId="924205193" sldId="392"/>
            <ac:spMk id="11" creationId="{675F6B1E-B7E4-9798-724A-77464221D0A5}"/>
          </ac:spMkLst>
        </pc:spChg>
        <pc:spChg chg="add mod">
          <ac:chgData name="Behzad Khajavi" userId="91f07ca7-1fc8-4164-be9a-722dcaccfc6b" providerId="ADAL" clId="{ED6694FD-2C1E-4B1C-BFD4-42BDC280E96F}" dt="2026-03-25T15:32:38.200" v="23096" actId="1035"/>
          <ac:spMkLst>
            <pc:docMk/>
            <pc:sldMk cId="924205193" sldId="392"/>
            <ac:spMk id="12" creationId="{38C9F7DE-4FB0-B314-4F58-CEDA84C83DB9}"/>
          </ac:spMkLst>
        </pc:spChg>
        <pc:spChg chg="add mod">
          <ac:chgData name="Behzad Khajavi" userId="91f07ca7-1fc8-4164-be9a-722dcaccfc6b" providerId="ADAL" clId="{ED6694FD-2C1E-4B1C-BFD4-42BDC280E96F}" dt="2026-03-25T15:32:45.565" v="23114" actId="1035"/>
          <ac:spMkLst>
            <pc:docMk/>
            <pc:sldMk cId="924205193" sldId="392"/>
            <ac:spMk id="13" creationId="{07329D6A-F1A8-D158-9A77-EDA119AA2AC1}"/>
          </ac:spMkLst>
        </pc:spChg>
        <pc:spChg chg="add mod">
          <ac:chgData name="Behzad Khajavi" userId="91f07ca7-1fc8-4164-be9a-722dcaccfc6b" providerId="ADAL" clId="{ED6694FD-2C1E-4B1C-BFD4-42BDC280E96F}" dt="2026-03-25T15:39:37.290" v="23245" actId="1038"/>
          <ac:spMkLst>
            <pc:docMk/>
            <pc:sldMk cId="924205193" sldId="392"/>
            <ac:spMk id="14" creationId="{852F732B-AC4B-6D79-7FD8-E028861253EC}"/>
          </ac:spMkLst>
        </pc:spChg>
        <pc:grpChg chg="add mod">
          <ac:chgData name="Behzad Khajavi" userId="91f07ca7-1fc8-4164-be9a-722dcaccfc6b" providerId="ADAL" clId="{ED6694FD-2C1E-4B1C-BFD4-42BDC280E96F}" dt="2026-03-25T15:32:48.600" v="23132" actId="1035"/>
          <ac:grpSpMkLst>
            <pc:docMk/>
            <pc:sldMk cId="924205193" sldId="392"/>
            <ac:grpSpMk id="7" creationId="{252F4CB9-6DD7-312C-FF87-2147A8CF09D8}"/>
          </ac:grpSpMkLst>
        </pc:grpChg>
        <pc:grpChg chg="add mod">
          <ac:chgData name="Behzad Khajavi" userId="91f07ca7-1fc8-4164-be9a-722dcaccfc6b" providerId="ADAL" clId="{ED6694FD-2C1E-4B1C-BFD4-42BDC280E96F}" dt="2026-03-25T15:39:37.290" v="23245" actId="1038"/>
          <ac:grpSpMkLst>
            <pc:docMk/>
            <pc:sldMk cId="924205193" sldId="392"/>
            <ac:grpSpMk id="15" creationId="{F50831C9-D3D9-0E22-8491-C626379C3C62}"/>
          </ac:grpSpMkLst>
        </pc:grpChg>
        <pc:picChg chg="add mod">
          <ac:chgData name="Behzad Khajavi" userId="91f07ca7-1fc8-4164-be9a-722dcaccfc6b" providerId="ADAL" clId="{ED6694FD-2C1E-4B1C-BFD4-42BDC280E96F}" dt="2026-03-25T15:32:38.200" v="23096" actId="1035"/>
          <ac:picMkLst>
            <pc:docMk/>
            <pc:sldMk cId="924205193" sldId="392"/>
            <ac:picMk id="5122" creationId="{8A4927A4-FD66-198E-04FB-0CF6EC09D624}"/>
          </ac:picMkLst>
        </pc:picChg>
        <pc:picChg chg="add mod">
          <ac:chgData name="Behzad Khajavi" userId="91f07ca7-1fc8-4164-be9a-722dcaccfc6b" providerId="ADAL" clId="{ED6694FD-2C1E-4B1C-BFD4-42BDC280E96F}" dt="2026-03-25T15:39:37.290" v="23245" actId="1038"/>
          <ac:picMkLst>
            <pc:docMk/>
            <pc:sldMk cId="924205193" sldId="392"/>
            <ac:picMk id="5124" creationId="{E2152B4C-85D8-67B9-95D6-87EAB633832D}"/>
          </ac:picMkLst>
        </pc:picChg>
        <pc:picChg chg="add mod">
          <ac:chgData name="Behzad Khajavi" userId="91f07ca7-1fc8-4164-be9a-722dcaccfc6b" providerId="ADAL" clId="{ED6694FD-2C1E-4B1C-BFD4-42BDC280E96F}" dt="2026-03-25T15:32:48.600" v="23132" actId="1035"/>
          <ac:picMkLst>
            <pc:docMk/>
            <pc:sldMk cId="924205193" sldId="392"/>
            <ac:picMk id="12290" creationId="{63C037DB-0577-F382-3ED1-1C02AD0DD6ED}"/>
          </ac:picMkLst>
        </pc:picChg>
      </pc:sldChg>
      <pc:sldChg chg="addSp delSp modSp new mod modAnim modNotesTx">
        <pc:chgData name="Behzad Khajavi" userId="91f07ca7-1fc8-4164-be9a-722dcaccfc6b" providerId="ADAL" clId="{ED6694FD-2C1E-4B1C-BFD4-42BDC280E96F}" dt="2026-03-25T15:31:46.004" v="23068" actId="1076"/>
        <pc:sldMkLst>
          <pc:docMk/>
          <pc:sldMk cId="743534546" sldId="393"/>
        </pc:sldMkLst>
        <pc:spChg chg="add mod">
          <ac:chgData name="Behzad Khajavi" userId="91f07ca7-1fc8-4164-be9a-722dcaccfc6b" providerId="ADAL" clId="{ED6694FD-2C1E-4B1C-BFD4-42BDC280E96F}" dt="2026-03-24T18:35:10.364" v="20762" actId="207"/>
          <ac:spMkLst>
            <pc:docMk/>
            <pc:sldMk cId="743534546" sldId="393"/>
            <ac:spMk id="5" creationId="{5F5F38AB-32B5-A44A-FCC5-8D40B6A33A27}"/>
          </ac:spMkLst>
        </pc:spChg>
        <pc:spChg chg="add mod">
          <ac:chgData name="Behzad Khajavi" userId="91f07ca7-1fc8-4164-be9a-722dcaccfc6b" providerId="ADAL" clId="{ED6694FD-2C1E-4B1C-BFD4-42BDC280E96F}" dt="2026-03-25T15:31:46.004" v="23068" actId="1076"/>
          <ac:spMkLst>
            <pc:docMk/>
            <pc:sldMk cId="743534546" sldId="393"/>
            <ac:spMk id="6" creationId="{AFC96B0C-A92F-91DD-C83D-B0E1D4BED029}"/>
          </ac:spMkLst>
        </pc:spChg>
        <pc:spChg chg="add del mod">
          <ac:chgData name="Behzad Khajavi" userId="91f07ca7-1fc8-4164-be9a-722dcaccfc6b" providerId="ADAL" clId="{ED6694FD-2C1E-4B1C-BFD4-42BDC280E96F}" dt="2026-03-24T03:50:35.656" v="18522" actId="478"/>
          <ac:spMkLst>
            <pc:docMk/>
            <pc:sldMk cId="743534546" sldId="393"/>
            <ac:spMk id="7" creationId="{C46B255F-DFD4-6CC3-1590-9DB8E4C1F3F5}"/>
          </ac:spMkLst>
        </pc:spChg>
        <pc:spChg chg="add mod">
          <ac:chgData name="Behzad Khajavi" userId="91f07ca7-1fc8-4164-be9a-722dcaccfc6b" providerId="ADAL" clId="{ED6694FD-2C1E-4B1C-BFD4-42BDC280E96F}" dt="2026-03-24T18:33:54.293" v="20737" actId="255"/>
          <ac:spMkLst>
            <pc:docMk/>
            <pc:sldMk cId="743534546" sldId="393"/>
            <ac:spMk id="9" creationId="{EA0A4A60-1DF1-148E-21E3-600B12F6EF83}"/>
          </ac:spMkLst>
        </pc:spChg>
        <pc:spChg chg="add mod">
          <ac:chgData name="Behzad Khajavi" userId="91f07ca7-1fc8-4164-be9a-722dcaccfc6b" providerId="ADAL" clId="{ED6694FD-2C1E-4B1C-BFD4-42BDC280E96F}" dt="2026-03-24T14:13:08.475" v="19775" actId="1037"/>
          <ac:spMkLst>
            <pc:docMk/>
            <pc:sldMk cId="743534546" sldId="393"/>
            <ac:spMk id="10" creationId="{44D4767A-49F3-E211-8B35-CF24D5B82D2A}"/>
          </ac:spMkLst>
        </pc:spChg>
        <pc:spChg chg="add mod">
          <ac:chgData name="Behzad Khajavi" userId="91f07ca7-1fc8-4164-be9a-722dcaccfc6b" providerId="ADAL" clId="{ED6694FD-2C1E-4B1C-BFD4-42BDC280E96F}" dt="2026-03-24T03:55:02.535" v="18680" actId="1076"/>
          <ac:spMkLst>
            <pc:docMk/>
            <pc:sldMk cId="743534546" sldId="393"/>
            <ac:spMk id="11" creationId="{0156B7FC-AF92-B282-3EEC-7768EF7669FC}"/>
          </ac:spMkLst>
        </pc:spChg>
        <pc:spChg chg="add mod">
          <ac:chgData name="Behzad Khajavi" userId="91f07ca7-1fc8-4164-be9a-722dcaccfc6b" providerId="ADAL" clId="{ED6694FD-2C1E-4B1C-BFD4-42BDC280E96F}" dt="2026-03-24T03:53:56.083" v="18617" actId="552"/>
          <ac:spMkLst>
            <pc:docMk/>
            <pc:sldMk cId="743534546" sldId="393"/>
            <ac:spMk id="16" creationId="{BC13B6D9-FFE0-07A9-7E4A-37DEA7CE72E5}"/>
          </ac:spMkLst>
        </pc:spChg>
        <pc:picChg chg="add mod">
          <ac:chgData name="Behzad Khajavi" userId="91f07ca7-1fc8-4164-be9a-722dcaccfc6b" providerId="ADAL" clId="{ED6694FD-2C1E-4B1C-BFD4-42BDC280E96F}" dt="2026-03-24T03:55:32.731" v="18693" actId="1037"/>
          <ac:picMkLst>
            <pc:docMk/>
            <pc:sldMk cId="743534546" sldId="393"/>
            <ac:picMk id="1026" creationId="{D744D458-E6FC-B661-1638-ED86EB0E02D9}"/>
          </ac:picMkLst>
        </pc:picChg>
        <pc:picChg chg="add mod">
          <ac:chgData name="Behzad Khajavi" userId="91f07ca7-1fc8-4164-be9a-722dcaccfc6b" providerId="ADAL" clId="{ED6694FD-2C1E-4B1C-BFD4-42BDC280E96F}" dt="2026-03-24T03:54:16.803" v="18648" actId="1076"/>
          <ac:picMkLst>
            <pc:docMk/>
            <pc:sldMk cId="743534546" sldId="393"/>
            <ac:picMk id="15362" creationId="{9B78D898-5A2D-ACC9-5767-6B57AD31446D}"/>
          </ac:picMkLst>
        </pc:picChg>
      </pc:sldChg>
      <pc:sldChg chg="addSp delSp modSp new del mod ord">
        <pc:chgData name="Behzad Khajavi" userId="91f07ca7-1fc8-4164-be9a-722dcaccfc6b" providerId="ADAL" clId="{ED6694FD-2C1E-4B1C-BFD4-42BDC280E96F}" dt="2026-03-24T18:22:04.392" v="20669" actId="47"/>
        <pc:sldMkLst>
          <pc:docMk/>
          <pc:sldMk cId="3746253975" sldId="394"/>
        </pc:sldMkLst>
      </pc:sldChg>
      <pc:sldChg chg="addSp delSp modSp new del">
        <pc:chgData name="Behzad Khajavi" userId="91f07ca7-1fc8-4164-be9a-722dcaccfc6b" providerId="ADAL" clId="{ED6694FD-2C1E-4B1C-BFD4-42BDC280E96F}" dt="2026-03-24T18:22:10.456" v="20672" actId="47"/>
        <pc:sldMkLst>
          <pc:docMk/>
          <pc:sldMk cId="565721700" sldId="395"/>
        </pc:sldMkLst>
        <pc:picChg chg="add del mod">
          <ac:chgData name="Behzad Khajavi" userId="91f07ca7-1fc8-4164-be9a-722dcaccfc6b" providerId="ADAL" clId="{ED6694FD-2C1E-4B1C-BFD4-42BDC280E96F}" dt="2026-03-24T18:21:47.385" v="20665" actId="478"/>
          <ac:picMkLst>
            <pc:docMk/>
            <pc:sldMk cId="565721700" sldId="395"/>
            <ac:picMk id="12290" creationId="{14D880CD-3C3B-9E62-47CC-21CF8E2A420E}"/>
          </ac:picMkLst>
        </pc:picChg>
      </pc:sldChg>
      <pc:sldChg chg="addSp delSp modSp new mod">
        <pc:chgData name="Behzad Khajavi" userId="91f07ca7-1fc8-4164-be9a-722dcaccfc6b" providerId="ADAL" clId="{ED6694FD-2C1E-4B1C-BFD4-42BDC280E96F}" dt="2026-03-24T17:22:34.586" v="19998" actId="1076"/>
        <pc:sldMkLst>
          <pc:docMk/>
          <pc:sldMk cId="2308399576" sldId="396"/>
        </pc:sldMkLst>
        <pc:spChg chg="add mod">
          <ac:chgData name="Behzad Khajavi" userId="91f07ca7-1fc8-4164-be9a-722dcaccfc6b" providerId="ADAL" clId="{ED6694FD-2C1E-4B1C-BFD4-42BDC280E96F}" dt="2026-03-24T03:29:56.323" v="17977" actId="255"/>
          <ac:spMkLst>
            <pc:docMk/>
            <pc:sldMk cId="2308399576" sldId="396"/>
            <ac:spMk id="4" creationId="{232235B8-C78F-2FAB-C115-50853B9DC619}"/>
          </ac:spMkLst>
        </pc:spChg>
        <pc:spChg chg="mod">
          <ac:chgData name="Behzad Khajavi" userId="91f07ca7-1fc8-4164-be9a-722dcaccfc6b" providerId="ADAL" clId="{ED6694FD-2C1E-4B1C-BFD4-42BDC280E96F}" dt="2026-03-23T23:37:09.029" v="14660" actId="1076"/>
          <ac:spMkLst>
            <pc:docMk/>
            <pc:sldMk cId="2308399576" sldId="396"/>
            <ac:spMk id="5" creationId="{F26E2672-9672-2CE7-3E40-68A91BED68B8}"/>
          </ac:spMkLst>
        </pc:spChg>
        <pc:grpChg chg="add mod">
          <ac:chgData name="Behzad Khajavi" userId="91f07ca7-1fc8-4164-be9a-722dcaccfc6b" providerId="ADAL" clId="{ED6694FD-2C1E-4B1C-BFD4-42BDC280E96F}" dt="2026-03-23T23:36:35.040" v="14653" actId="14100"/>
          <ac:grpSpMkLst>
            <pc:docMk/>
            <pc:sldMk cId="2308399576" sldId="396"/>
            <ac:grpSpMk id="13" creationId="{CF5737A9-DA7C-1922-42DE-ADCCDC1A7572}"/>
          </ac:grpSpMkLst>
        </pc:grpChg>
        <pc:picChg chg="add mod">
          <ac:chgData name="Behzad Khajavi" userId="91f07ca7-1fc8-4164-be9a-722dcaccfc6b" providerId="ADAL" clId="{ED6694FD-2C1E-4B1C-BFD4-42BDC280E96F}" dt="2026-03-24T17:22:34.586" v="19998" actId="1076"/>
          <ac:picMkLst>
            <pc:docMk/>
            <pc:sldMk cId="2308399576" sldId="396"/>
            <ac:picMk id="7" creationId="{8BBA846E-F6F1-3EE9-9B9C-D05EC3C7139B}"/>
          </ac:picMkLst>
        </pc:picChg>
        <pc:picChg chg="add del mod">
          <ac:chgData name="Behzad Khajavi" userId="91f07ca7-1fc8-4164-be9a-722dcaccfc6b" providerId="ADAL" clId="{ED6694FD-2C1E-4B1C-BFD4-42BDC280E96F}" dt="2026-03-24T17:21:50.081" v="19986" actId="478"/>
          <ac:picMkLst>
            <pc:docMk/>
            <pc:sldMk cId="2308399576" sldId="396"/>
            <ac:picMk id="4098" creationId="{B6B96ED7-7571-9A95-A132-4237A55BC6BA}"/>
          </ac:picMkLst>
        </pc:picChg>
        <pc:picChg chg="mod">
          <ac:chgData name="Behzad Khajavi" userId="91f07ca7-1fc8-4164-be9a-722dcaccfc6b" providerId="ADAL" clId="{ED6694FD-2C1E-4B1C-BFD4-42BDC280E96F}" dt="2026-03-23T23:36:35.040" v="14653" actId="14100"/>
          <ac:picMkLst>
            <pc:docMk/>
            <pc:sldMk cId="2308399576" sldId="396"/>
            <ac:picMk id="9218" creationId="{629733B2-2534-27BF-C82A-8CB3EAD23C55}"/>
          </ac:picMkLst>
        </pc:picChg>
        <pc:picChg chg="add del mod">
          <ac:chgData name="Behzad Khajavi" userId="91f07ca7-1fc8-4164-be9a-722dcaccfc6b" providerId="ADAL" clId="{ED6694FD-2C1E-4B1C-BFD4-42BDC280E96F}" dt="2026-03-24T17:20:43.838" v="19982" actId="478"/>
          <ac:picMkLst>
            <pc:docMk/>
            <pc:sldMk cId="2308399576" sldId="396"/>
            <ac:picMk id="9224" creationId="{97B78B22-F742-6376-1010-055CD90BA022}"/>
          </ac:picMkLst>
        </pc:picChg>
      </pc:sldChg>
      <pc:sldChg chg="addSp modSp new mod modAnim">
        <pc:chgData name="Behzad Khajavi" userId="91f07ca7-1fc8-4164-be9a-722dcaccfc6b" providerId="ADAL" clId="{ED6694FD-2C1E-4B1C-BFD4-42BDC280E96F}" dt="2026-03-24T18:48:42.015" v="20772"/>
        <pc:sldMkLst>
          <pc:docMk/>
          <pc:sldMk cId="3916091924" sldId="397"/>
        </pc:sldMkLst>
        <pc:spChg chg="add mod">
          <ac:chgData name="Behzad Khajavi" userId="91f07ca7-1fc8-4164-be9a-722dcaccfc6b" providerId="ADAL" clId="{ED6694FD-2C1E-4B1C-BFD4-42BDC280E96F}" dt="2026-03-24T02:20:28.837" v="16594"/>
          <ac:spMkLst>
            <pc:docMk/>
            <pc:sldMk cId="3916091924" sldId="397"/>
            <ac:spMk id="7" creationId="{37353DCB-AAE2-4B5F-3A51-FD1648E1FA7C}"/>
          </ac:spMkLst>
        </pc:spChg>
        <pc:spChg chg="add mod">
          <ac:chgData name="Behzad Khajavi" userId="91f07ca7-1fc8-4164-be9a-722dcaccfc6b" providerId="ADAL" clId="{ED6694FD-2C1E-4B1C-BFD4-42BDC280E96F}" dt="2026-03-24T18:48:39.129" v="20771" actId="164"/>
          <ac:spMkLst>
            <pc:docMk/>
            <pc:sldMk cId="3916091924" sldId="397"/>
            <ac:spMk id="9" creationId="{872D2E19-7574-F974-0D1C-8E65A13E18D9}"/>
          </ac:spMkLst>
        </pc:spChg>
        <pc:grpChg chg="add mod">
          <ac:chgData name="Behzad Khajavi" userId="91f07ca7-1fc8-4164-be9a-722dcaccfc6b" providerId="ADAL" clId="{ED6694FD-2C1E-4B1C-BFD4-42BDC280E96F}" dt="2026-03-24T18:48:39.129" v="20771" actId="164"/>
          <ac:grpSpMkLst>
            <pc:docMk/>
            <pc:sldMk cId="3916091924" sldId="397"/>
            <ac:grpSpMk id="8" creationId="{1AF6B790-5658-A38D-D22F-2DA91C151ABE}"/>
          </ac:grpSpMkLst>
        </pc:grpChg>
        <pc:picChg chg="add mod">
          <ac:chgData name="Behzad Khajavi" userId="91f07ca7-1fc8-4164-be9a-722dcaccfc6b" providerId="ADAL" clId="{ED6694FD-2C1E-4B1C-BFD4-42BDC280E96F}" dt="2026-03-23T23:57:54.256" v="14847" actId="2085"/>
          <ac:picMkLst>
            <pc:docMk/>
            <pc:sldMk cId="3916091924" sldId="397"/>
            <ac:picMk id="4" creationId="{C53EF14B-4ABB-941D-0294-33951A0E11DC}"/>
          </ac:picMkLst>
        </pc:picChg>
        <pc:picChg chg="add mod">
          <ac:chgData name="Behzad Khajavi" userId="91f07ca7-1fc8-4164-be9a-722dcaccfc6b" providerId="ADAL" clId="{ED6694FD-2C1E-4B1C-BFD4-42BDC280E96F}" dt="2026-03-24T18:48:39.129" v="20771" actId="164"/>
          <ac:picMkLst>
            <pc:docMk/>
            <pc:sldMk cId="3916091924" sldId="397"/>
            <ac:picMk id="5" creationId="{834D21D3-B078-8671-4316-C1A9BB4106F2}"/>
          </ac:picMkLst>
        </pc:picChg>
        <pc:picChg chg="add mod">
          <ac:chgData name="Behzad Khajavi" userId="91f07ca7-1fc8-4164-be9a-722dcaccfc6b" providerId="ADAL" clId="{ED6694FD-2C1E-4B1C-BFD4-42BDC280E96F}" dt="2026-03-23T23:57:59.555" v="14848" actId="2085"/>
          <ac:picMkLst>
            <pc:docMk/>
            <pc:sldMk cId="3916091924" sldId="397"/>
            <ac:picMk id="6" creationId="{7748EE6B-45E2-0B3D-3671-2513702E0401}"/>
          </ac:picMkLst>
        </pc:picChg>
      </pc:sldChg>
      <pc:sldChg chg="addSp delSp modSp new mod">
        <pc:chgData name="Behzad Khajavi" userId="91f07ca7-1fc8-4164-be9a-722dcaccfc6b" providerId="ADAL" clId="{ED6694FD-2C1E-4B1C-BFD4-42BDC280E96F}" dt="2026-03-24T17:25:51.277" v="20094" actId="1038"/>
        <pc:sldMkLst>
          <pc:docMk/>
          <pc:sldMk cId="3259536747" sldId="398"/>
        </pc:sldMkLst>
        <pc:spChg chg="add del mod">
          <ac:chgData name="Behzad Khajavi" userId="91f07ca7-1fc8-4164-be9a-722dcaccfc6b" providerId="ADAL" clId="{ED6694FD-2C1E-4B1C-BFD4-42BDC280E96F}" dt="2026-03-24T00:54:34.120" v="15063" actId="478"/>
          <ac:spMkLst>
            <pc:docMk/>
            <pc:sldMk cId="3259536747" sldId="398"/>
            <ac:spMk id="4" creationId="{989660E5-7E77-05F8-41A5-48DCF5A4B0B9}"/>
          </ac:spMkLst>
        </pc:spChg>
        <pc:spChg chg="add mod">
          <ac:chgData name="Behzad Khajavi" userId="91f07ca7-1fc8-4164-be9a-722dcaccfc6b" providerId="ADAL" clId="{ED6694FD-2C1E-4B1C-BFD4-42BDC280E96F}" dt="2026-03-24T00:59:33.725" v="15263" actId="14100"/>
          <ac:spMkLst>
            <pc:docMk/>
            <pc:sldMk cId="3259536747" sldId="398"/>
            <ac:spMk id="5" creationId="{03F3F27C-F335-E41C-5B4B-9EEBCFB77556}"/>
          </ac:spMkLst>
        </pc:spChg>
        <pc:spChg chg="add mod">
          <ac:chgData name="Behzad Khajavi" userId="91f07ca7-1fc8-4164-be9a-722dcaccfc6b" providerId="ADAL" clId="{ED6694FD-2C1E-4B1C-BFD4-42BDC280E96F}" dt="2026-03-24T00:50:47.138" v="15048" actId="12789"/>
          <ac:spMkLst>
            <pc:docMk/>
            <pc:sldMk cId="3259536747" sldId="398"/>
            <ac:spMk id="6" creationId="{07E465E3-DF4F-58CE-435B-9934AF52814B}"/>
          </ac:spMkLst>
        </pc:spChg>
        <pc:spChg chg="add mod">
          <ac:chgData name="Behzad Khajavi" userId="91f07ca7-1fc8-4164-be9a-722dcaccfc6b" providerId="ADAL" clId="{ED6694FD-2C1E-4B1C-BFD4-42BDC280E96F}" dt="2026-03-24T00:59:53.630" v="15278" actId="1037"/>
          <ac:spMkLst>
            <pc:docMk/>
            <pc:sldMk cId="3259536747" sldId="398"/>
            <ac:spMk id="7" creationId="{6D4270E7-7415-50C2-52EE-8E109CCFD9B1}"/>
          </ac:spMkLst>
        </pc:spChg>
        <pc:spChg chg="add mod">
          <ac:chgData name="Behzad Khajavi" userId="91f07ca7-1fc8-4164-be9a-722dcaccfc6b" providerId="ADAL" clId="{ED6694FD-2C1E-4B1C-BFD4-42BDC280E96F}" dt="2026-03-24T00:50:47.138" v="15048" actId="12789"/>
          <ac:spMkLst>
            <pc:docMk/>
            <pc:sldMk cId="3259536747" sldId="398"/>
            <ac:spMk id="8" creationId="{4DE1C3F7-E5E1-9EB8-1CC6-2FA39A136746}"/>
          </ac:spMkLst>
        </pc:spChg>
        <pc:spChg chg="add mod">
          <ac:chgData name="Behzad Khajavi" userId="91f07ca7-1fc8-4164-be9a-722dcaccfc6b" providerId="ADAL" clId="{ED6694FD-2C1E-4B1C-BFD4-42BDC280E96F}" dt="2026-03-24T00:59:46.122" v="15266" actId="1076"/>
          <ac:spMkLst>
            <pc:docMk/>
            <pc:sldMk cId="3259536747" sldId="398"/>
            <ac:spMk id="9" creationId="{8EBBED73-0B5D-B18B-DDEE-3F2F6357D8F9}"/>
          </ac:spMkLst>
        </pc:spChg>
        <pc:spChg chg="add mod">
          <ac:chgData name="Behzad Khajavi" userId="91f07ca7-1fc8-4164-be9a-722dcaccfc6b" providerId="ADAL" clId="{ED6694FD-2C1E-4B1C-BFD4-42BDC280E96F}" dt="2026-03-24T00:49:22.552" v="15011" actId="552"/>
          <ac:spMkLst>
            <pc:docMk/>
            <pc:sldMk cId="3259536747" sldId="398"/>
            <ac:spMk id="10" creationId="{0D1C69CD-94EA-D8A8-91F7-8949BCA426C4}"/>
          </ac:spMkLst>
        </pc:spChg>
        <pc:spChg chg="add mod">
          <ac:chgData name="Behzad Khajavi" userId="91f07ca7-1fc8-4164-be9a-722dcaccfc6b" providerId="ADAL" clId="{ED6694FD-2C1E-4B1C-BFD4-42BDC280E96F}" dt="2026-03-24T00:51:07.365" v="15049" actId="12789"/>
          <ac:spMkLst>
            <pc:docMk/>
            <pc:sldMk cId="3259536747" sldId="398"/>
            <ac:spMk id="12" creationId="{B1051261-7071-0555-C112-E01A8BF46054}"/>
          </ac:spMkLst>
        </pc:spChg>
        <pc:spChg chg="add mod">
          <ac:chgData name="Behzad Khajavi" userId="91f07ca7-1fc8-4164-be9a-722dcaccfc6b" providerId="ADAL" clId="{ED6694FD-2C1E-4B1C-BFD4-42BDC280E96F}" dt="2026-03-24T17:25:51.277" v="20094" actId="1038"/>
          <ac:spMkLst>
            <pc:docMk/>
            <pc:sldMk cId="3259536747" sldId="398"/>
            <ac:spMk id="13" creationId="{9F5C7C89-CB0F-A1D7-3B34-B60765520707}"/>
          </ac:spMkLst>
        </pc:spChg>
        <pc:spChg chg="add mod">
          <ac:chgData name="Behzad Khajavi" userId="91f07ca7-1fc8-4164-be9a-722dcaccfc6b" providerId="ADAL" clId="{ED6694FD-2C1E-4B1C-BFD4-42BDC280E96F}" dt="2026-03-24T00:49:22.552" v="15011" actId="552"/>
          <ac:spMkLst>
            <pc:docMk/>
            <pc:sldMk cId="3259536747" sldId="398"/>
            <ac:spMk id="14" creationId="{D31B292A-19D6-8190-4E8F-9649EB2F516A}"/>
          </ac:spMkLst>
        </pc:spChg>
        <pc:spChg chg="add mod">
          <ac:chgData name="Behzad Khajavi" userId="91f07ca7-1fc8-4164-be9a-722dcaccfc6b" providerId="ADAL" clId="{ED6694FD-2C1E-4B1C-BFD4-42BDC280E96F}" dt="2026-03-24T00:51:22.365" v="15050" actId="12789"/>
          <ac:spMkLst>
            <pc:docMk/>
            <pc:sldMk cId="3259536747" sldId="398"/>
            <ac:spMk id="16" creationId="{CFA71BE6-5E36-43D9-BD81-130FB0820CAF}"/>
          </ac:spMkLst>
        </pc:spChg>
        <pc:spChg chg="add mod">
          <ac:chgData name="Behzad Khajavi" userId="91f07ca7-1fc8-4164-be9a-722dcaccfc6b" providerId="ADAL" clId="{ED6694FD-2C1E-4B1C-BFD4-42BDC280E96F}" dt="2026-03-24T00:49:22.552" v="15011" actId="552"/>
          <ac:spMkLst>
            <pc:docMk/>
            <pc:sldMk cId="3259536747" sldId="398"/>
            <ac:spMk id="18" creationId="{8F8E0AE1-BAC3-1B8D-B6FA-9DBBBBD0C6FA}"/>
          </ac:spMkLst>
        </pc:spChg>
        <pc:spChg chg="add mod">
          <ac:chgData name="Behzad Khajavi" userId="91f07ca7-1fc8-4164-be9a-722dcaccfc6b" providerId="ADAL" clId="{ED6694FD-2C1E-4B1C-BFD4-42BDC280E96F}" dt="2026-03-24T00:51:43.932" v="15052" actId="12789"/>
          <ac:spMkLst>
            <pc:docMk/>
            <pc:sldMk cId="3259536747" sldId="398"/>
            <ac:spMk id="21" creationId="{0CDE6B88-15F0-29AB-7F56-738AB4410022}"/>
          </ac:spMkLst>
        </pc:spChg>
        <pc:picChg chg="add mod">
          <ac:chgData name="Behzad Khajavi" userId="91f07ca7-1fc8-4164-be9a-722dcaccfc6b" providerId="ADAL" clId="{ED6694FD-2C1E-4B1C-BFD4-42BDC280E96F}" dt="2026-03-24T01:00:32.220" v="15279" actId="2085"/>
          <ac:picMkLst>
            <pc:docMk/>
            <pc:sldMk cId="3259536747" sldId="398"/>
            <ac:picMk id="11" creationId="{75E8BDCA-7AE9-41DF-D03A-01A966C9533C}"/>
          </ac:picMkLst>
        </pc:picChg>
        <pc:picChg chg="add mod">
          <ac:chgData name="Behzad Khajavi" userId="91f07ca7-1fc8-4164-be9a-722dcaccfc6b" providerId="ADAL" clId="{ED6694FD-2C1E-4B1C-BFD4-42BDC280E96F}" dt="2026-03-24T01:00:32.220" v="15279" actId="2085"/>
          <ac:picMkLst>
            <pc:docMk/>
            <pc:sldMk cId="3259536747" sldId="398"/>
            <ac:picMk id="15" creationId="{255DE9F3-4631-9719-2DAB-72E6095787B1}"/>
          </ac:picMkLst>
        </pc:picChg>
        <pc:picChg chg="add mod">
          <ac:chgData name="Behzad Khajavi" userId="91f07ca7-1fc8-4164-be9a-722dcaccfc6b" providerId="ADAL" clId="{ED6694FD-2C1E-4B1C-BFD4-42BDC280E96F}" dt="2026-03-24T01:00:32.220" v="15279" actId="2085"/>
          <ac:picMkLst>
            <pc:docMk/>
            <pc:sldMk cId="3259536747" sldId="398"/>
            <ac:picMk id="19" creationId="{152B24F2-2EBC-AC1E-4447-2EDF104BE11D}"/>
          </ac:picMkLst>
        </pc:picChg>
        <pc:picChg chg="add mod">
          <ac:chgData name="Behzad Khajavi" userId="91f07ca7-1fc8-4164-be9a-722dcaccfc6b" providerId="ADAL" clId="{ED6694FD-2C1E-4B1C-BFD4-42BDC280E96F}" dt="2026-03-24T00:52:36.720" v="15058" actId="1076"/>
          <ac:picMkLst>
            <pc:docMk/>
            <pc:sldMk cId="3259536747" sldId="398"/>
            <ac:picMk id="7170" creationId="{BEC47357-A643-3DE9-E29A-DCE1C0471720}"/>
          </ac:picMkLst>
        </pc:picChg>
        <pc:picChg chg="add mod">
          <ac:chgData name="Behzad Khajavi" userId="91f07ca7-1fc8-4164-be9a-722dcaccfc6b" providerId="ADAL" clId="{ED6694FD-2C1E-4B1C-BFD4-42BDC280E96F}" dt="2026-03-24T01:00:32.220" v="15279" actId="2085"/>
          <ac:picMkLst>
            <pc:docMk/>
            <pc:sldMk cId="3259536747" sldId="398"/>
            <ac:picMk id="7178" creationId="{43DFE000-CD06-0811-8BEA-07AA446EA0D1}"/>
          </ac:picMkLst>
        </pc:picChg>
      </pc:sldChg>
      <pc:sldChg chg="addSp delSp modSp new mod">
        <pc:chgData name="Behzad Khajavi" userId="91f07ca7-1fc8-4164-be9a-722dcaccfc6b" providerId="ADAL" clId="{ED6694FD-2C1E-4B1C-BFD4-42BDC280E96F}" dt="2026-03-25T14:52:07.866" v="22365" actId="14100"/>
        <pc:sldMkLst>
          <pc:docMk/>
          <pc:sldMk cId="1988685422" sldId="399"/>
        </pc:sldMkLst>
        <pc:spChg chg="add mod">
          <ac:chgData name="Behzad Khajavi" userId="91f07ca7-1fc8-4164-be9a-722dcaccfc6b" providerId="ADAL" clId="{ED6694FD-2C1E-4B1C-BFD4-42BDC280E96F}" dt="2026-03-24T17:29:37.653" v="20305" actId="1037"/>
          <ac:spMkLst>
            <pc:docMk/>
            <pc:sldMk cId="1988685422" sldId="399"/>
            <ac:spMk id="4" creationId="{2DB6D1A3-19A4-6777-9C9E-5CC326C36A10}"/>
          </ac:spMkLst>
        </pc:spChg>
        <pc:spChg chg="add mod">
          <ac:chgData name="Behzad Khajavi" userId="91f07ca7-1fc8-4164-be9a-722dcaccfc6b" providerId="ADAL" clId="{ED6694FD-2C1E-4B1C-BFD4-42BDC280E96F}" dt="2026-03-24T16:27:05.324" v="19964" actId="1037"/>
          <ac:spMkLst>
            <pc:docMk/>
            <pc:sldMk cId="1988685422" sldId="399"/>
            <ac:spMk id="5" creationId="{BAABDCCE-5137-43F3-7F09-4DDE2E95ACD8}"/>
          </ac:spMkLst>
        </pc:spChg>
        <pc:spChg chg="mod">
          <ac:chgData name="Behzad Khajavi" userId="91f07ca7-1fc8-4164-be9a-722dcaccfc6b" providerId="ADAL" clId="{ED6694FD-2C1E-4B1C-BFD4-42BDC280E96F}" dt="2026-03-24T01:50:07.920" v="15963" actId="1076"/>
          <ac:spMkLst>
            <pc:docMk/>
            <pc:sldMk cId="1988685422" sldId="399"/>
            <ac:spMk id="6" creationId="{D4AD5228-2BE1-A728-3C73-9BD8D2F025B8}"/>
          </ac:spMkLst>
        </pc:spChg>
        <pc:spChg chg="mod">
          <ac:chgData name="Behzad Khajavi" userId="91f07ca7-1fc8-4164-be9a-722dcaccfc6b" providerId="ADAL" clId="{ED6694FD-2C1E-4B1C-BFD4-42BDC280E96F}" dt="2026-03-24T01:49:56.949" v="15962" actId="165"/>
          <ac:spMkLst>
            <pc:docMk/>
            <pc:sldMk cId="1988685422" sldId="399"/>
            <ac:spMk id="10" creationId="{0D37F2DB-AC9E-03EF-1E72-C45D0A5017DC}"/>
          </ac:spMkLst>
        </pc:spChg>
        <pc:spChg chg="mod">
          <ac:chgData name="Behzad Khajavi" userId="91f07ca7-1fc8-4164-be9a-722dcaccfc6b" providerId="ADAL" clId="{ED6694FD-2C1E-4B1C-BFD4-42BDC280E96F}" dt="2026-03-24T01:49:56.949" v="15962" actId="165"/>
          <ac:spMkLst>
            <pc:docMk/>
            <pc:sldMk cId="1988685422" sldId="399"/>
            <ac:spMk id="13" creationId="{27E6CC42-1F2C-0E26-81AC-A4DF4CC3B8D9}"/>
          </ac:spMkLst>
        </pc:spChg>
        <pc:spChg chg="mod">
          <ac:chgData name="Behzad Khajavi" userId="91f07ca7-1fc8-4164-be9a-722dcaccfc6b" providerId="ADAL" clId="{ED6694FD-2C1E-4B1C-BFD4-42BDC280E96F}" dt="2026-03-24T01:49:56.949" v="15962" actId="165"/>
          <ac:spMkLst>
            <pc:docMk/>
            <pc:sldMk cId="1988685422" sldId="399"/>
            <ac:spMk id="17" creationId="{8174D066-2692-81D6-3425-A885FE75AD6C}"/>
          </ac:spMkLst>
        </pc:spChg>
        <pc:spChg chg="mod">
          <ac:chgData name="Behzad Khajavi" userId="91f07ca7-1fc8-4164-be9a-722dcaccfc6b" providerId="ADAL" clId="{ED6694FD-2C1E-4B1C-BFD4-42BDC280E96F}" dt="2026-03-24T01:49:56.949" v="15962" actId="165"/>
          <ac:spMkLst>
            <pc:docMk/>
            <pc:sldMk cId="1988685422" sldId="399"/>
            <ac:spMk id="29" creationId="{00B664E1-BFCB-9FA4-F95F-F09BC6D19B6B}"/>
          </ac:spMkLst>
        </pc:spChg>
        <pc:spChg chg="mod">
          <ac:chgData name="Behzad Khajavi" userId="91f07ca7-1fc8-4164-be9a-722dcaccfc6b" providerId="ADAL" clId="{ED6694FD-2C1E-4B1C-BFD4-42BDC280E96F}" dt="2026-03-24T01:49:56.949" v="15962" actId="165"/>
          <ac:spMkLst>
            <pc:docMk/>
            <pc:sldMk cId="1988685422" sldId="399"/>
            <ac:spMk id="35" creationId="{8AFAC3AE-3634-E3AC-1EB2-82AB3936D80B}"/>
          </ac:spMkLst>
        </pc:spChg>
        <pc:spChg chg="mod">
          <ac:chgData name="Behzad Khajavi" userId="91f07ca7-1fc8-4164-be9a-722dcaccfc6b" providerId="ADAL" clId="{ED6694FD-2C1E-4B1C-BFD4-42BDC280E96F}" dt="2026-03-24T01:49:56.949" v="15962" actId="165"/>
          <ac:spMkLst>
            <pc:docMk/>
            <pc:sldMk cId="1988685422" sldId="399"/>
            <ac:spMk id="45" creationId="{71616D6F-171F-CB19-BF22-F54F65F404CB}"/>
          </ac:spMkLst>
        </pc:spChg>
        <pc:spChg chg="mod">
          <ac:chgData name="Behzad Khajavi" userId="91f07ca7-1fc8-4164-be9a-722dcaccfc6b" providerId="ADAL" clId="{ED6694FD-2C1E-4B1C-BFD4-42BDC280E96F}" dt="2026-03-25T14:51:59.319" v="22364" actId="1076"/>
          <ac:spMkLst>
            <pc:docMk/>
            <pc:sldMk cId="1988685422" sldId="399"/>
            <ac:spMk id="52" creationId="{A9075BD1-9376-1ADF-F756-8B5E0C799716}"/>
          </ac:spMkLst>
        </pc:spChg>
        <pc:spChg chg="mod">
          <ac:chgData name="Behzad Khajavi" userId="91f07ca7-1fc8-4164-be9a-722dcaccfc6b" providerId="ADAL" clId="{ED6694FD-2C1E-4B1C-BFD4-42BDC280E96F}" dt="2026-03-24T01:49:56.949" v="15962" actId="165"/>
          <ac:spMkLst>
            <pc:docMk/>
            <pc:sldMk cId="1988685422" sldId="399"/>
            <ac:spMk id="55" creationId="{43457A57-0B44-38F1-7F02-5982697E7579}"/>
          </ac:spMkLst>
        </pc:spChg>
        <pc:spChg chg="mod">
          <ac:chgData name="Behzad Khajavi" userId="91f07ca7-1fc8-4164-be9a-722dcaccfc6b" providerId="ADAL" clId="{ED6694FD-2C1E-4B1C-BFD4-42BDC280E96F}" dt="2026-03-24T01:49:56.949" v="15962" actId="165"/>
          <ac:spMkLst>
            <pc:docMk/>
            <pc:sldMk cId="1988685422" sldId="399"/>
            <ac:spMk id="56" creationId="{7BA5734A-C2F5-3766-3798-94316042CF8D}"/>
          </ac:spMkLst>
        </pc:spChg>
        <pc:spChg chg="mod">
          <ac:chgData name="Behzad Khajavi" userId="91f07ca7-1fc8-4164-be9a-722dcaccfc6b" providerId="ADAL" clId="{ED6694FD-2C1E-4B1C-BFD4-42BDC280E96F}" dt="2026-03-24T01:49:56.949" v="15962" actId="165"/>
          <ac:spMkLst>
            <pc:docMk/>
            <pc:sldMk cId="1988685422" sldId="399"/>
            <ac:spMk id="62" creationId="{BD67A779-BBCB-2D24-8F3B-04226039CDF7}"/>
          </ac:spMkLst>
        </pc:spChg>
        <pc:spChg chg="mod">
          <ac:chgData name="Behzad Khajavi" userId="91f07ca7-1fc8-4164-be9a-722dcaccfc6b" providerId="ADAL" clId="{ED6694FD-2C1E-4B1C-BFD4-42BDC280E96F}" dt="2026-03-24T01:49:56.949" v="15962" actId="165"/>
          <ac:spMkLst>
            <pc:docMk/>
            <pc:sldMk cId="1988685422" sldId="399"/>
            <ac:spMk id="66" creationId="{7AA006F9-B2F5-4431-957C-1103AE9183FB}"/>
          </ac:spMkLst>
        </pc:spChg>
        <pc:spChg chg="del mod">
          <ac:chgData name="Behzad Khajavi" userId="91f07ca7-1fc8-4164-be9a-722dcaccfc6b" providerId="ADAL" clId="{ED6694FD-2C1E-4B1C-BFD4-42BDC280E96F}" dt="2026-03-24T01:49:52.897" v="15961" actId="478"/>
          <ac:spMkLst>
            <pc:docMk/>
            <pc:sldMk cId="1988685422" sldId="399"/>
            <ac:spMk id="70" creationId="{9F6E25E7-272C-D63D-B432-4D40960691C9}"/>
          </ac:spMkLst>
        </pc:spChg>
        <pc:spChg chg="add mod">
          <ac:chgData name="Behzad Khajavi" userId="91f07ca7-1fc8-4164-be9a-722dcaccfc6b" providerId="ADAL" clId="{ED6694FD-2C1E-4B1C-BFD4-42BDC280E96F}" dt="2026-03-24T16:27:05.324" v="19964" actId="1037"/>
          <ac:spMkLst>
            <pc:docMk/>
            <pc:sldMk cId="1988685422" sldId="399"/>
            <ac:spMk id="71" creationId="{CC3B93F3-ED9A-7AA5-31F3-EE10CB7114D3}"/>
          </ac:spMkLst>
        </pc:spChg>
        <pc:grpChg chg="mod">
          <ac:chgData name="Behzad Khajavi" userId="91f07ca7-1fc8-4164-be9a-722dcaccfc6b" providerId="ADAL" clId="{ED6694FD-2C1E-4B1C-BFD4-42BDC280E96F}" dt="2026-03-24T16:27:05.324" v="19964" actId="1037"/>
          <ac:grpSpMkLst>
            <pc:docMk/>
            <pc:sldMk cId="1988685422" sldId="399"/>
            <ac:grpSpMk id="7" creationId="{704E8A67-753C-C299-30A5-D8E9CEB25E34}"/>
          </ac:grpSpMkLst>
        </pc:grpChg>
        <pc:grpChg chg="mod">
          <ac:chgData name="Behzad Khajavi" userId="91f07ca7-1fc8-4164-be9a-722dcaccfc6b" providerId="ADAL" clId="{ED6694FD-2C1E-4B1C-BFD4-42BDC280E96F}" dt="2026-03-24T16:27:05.324" v="19964" actId="1037"/>
          <ac:grpSpMkLst>
            <pc:docMk/>
            <pc:sldMk cId="1988685422" sldId="399"/>
            <ac:grpSpMk id="53" creationId="{6C48AB76-81A8-F468-AFB3-299F0FFC87CE}"/>
          </ac:grpSpMkLst>
        </pc:grpChg>
        <pc:picChg chg="mod">
          <ac:chgData name="Behzad Khajavi" userId="91f07ca7-1fc8-4164-be9a-722dcaccfc6b" providerId="ADAL" clId="{ED6694FD-2C1E-4B1C-BFD4-42BDC280E96F}" dt="2026-03-25T14:52:07.866" v="22365" actId="14100"/>
          <ac:picMkLst>
            <pc:docMk/>
            <pc:sldMk cId="1988685422" sldId="399"/>
            <ac:picMk id="51" creationId="{C21324DF-3E23-FD17-3E8F-0B86B03A923E}"/>
          </ac:picMkLst>
        </pc:picChg>
      </pc:sldChg>
      <pc:sldChg chg="addSp delSp modSp new mod ord">
        <pc:chgData name="Behzad Khajavi" userId="91f07ca7-1fc8-4164-be9a-722dcaccfc6b" providerId="ADAL" clId="{ED6694FD-2C1E-4B1C-BFD4-42BDC280E96F}" dt="2026-03-24T04:21:06.557" v="19072"/>
        <pc:sldMkLst>
          <pc:docMk/>
          <pc:sldMk cId="1829913884" sldId="400"/>
        </pc:sldMkLst>
        <pc:spChg chg="add mod">
          <ac:chgData name="Behzad Khajavi" userId="91f07ca7-1fc8-4164-be9a-722dcaccfc6b" providerId="ADAL" clId="{ED6694FD-2C1E-4B1C-BFD4-42BDC280E96F}" dt="2026-03-24T02:02:13.649" v="16367"/>
          <ac:spMkLst>
            <pc:docMk/>
            <pc:sldMk cId="1829913884" sldId="400"/>
            <ac:spMk id="4" creationId="{51E2E12C-A25A-F004-B2BC-6A7C14DFC961}"/>
          </ac:spMkLst>
        </pc:spChg>
        <pc:spChg chg="mod topLvl">
          <ac:chgData name="Behzad Khajavi" userId="91f07ca7-1fc8-4164-be9a-722dcaccfc6b" providerId="ADAL" clId="{ED6694FD-2C1E-4B1C-BFD4-42BDC280E96F}" dt="2026-03-24T02:11:53.916" v="16580" actId="1038"/>
          <ac:spMkLst>
            <pc:docMk/>
            <pc:sldMk cId="1829913884" sldId="400"/>
            <ac:spMk id="5" creationId="{A0A86CCD-2E2E-D54F-D751-872D48E976B8}"/>
          </ac:spMkLst>
        </pc:spChg>
        <pc:spChg chg="add mod">
          <ac:chgData name="Behzad Khajavi" userId="91f07ca7-1fc8-4164-be9a-722dcaccfc6b" providerId="ADAL" clId="{ED6694FD-2C1E-4B1C-BFD4-42BDC280E96F}" dt="2026-03-24T02:11:28.905" v="16551" actId="1076"/>
          <ac:spMkLst>
            <pc:docMk/>
            <pc:sldMk cId="1829913884" sldId="400"/>
            <ac:spMk id="7" creationId="{2CBD3932-DBD3-786F-8FBF-A81EF1AA55E6}"/>
          </ac:spMkLst>
        </pc:spChg>
        <pc:spChg chg="add mod">
          <ac:chgData name="Behzad Khajavi" userId="91f07ca7-1fc8-4164-be9a-722dcaccfc6b" providerId="ADAL" clId="{ED6694FD-2C1E-4B1C-BFD4-42BDC280E96F}" dt="2026-03-24T02:10:55.887" v="16495" actId="1076"/>
          <ac:spMkLst>
            <pc:docMk/>
            <pc:sldMk cId="1829913884" sldId="400"/>
            <ac:spMk id="8" creationId="{8F45660B-3F6C-CCC4-DD53-97D5AC4A848A}"/>
          </ac:spMkLst>
        </pc:spChg>
        <pc:grpChg chg="add del mod">
          <ac:chgData name="Behzad Khajavi" userId="91f07ca7-1fc8-4164-be9a-722dcaccfc6b" providerId="ADAL" clId="{ED6694FD-2C1E-4B1C-BFD4-42BDC280E96F}" dt="2026-03-24T02:08:03.773" v="16452" actId="165"/>
          <ac:grpSpMkLst>
            <pc:docMk/>
            <pc:sldMk cId="1829913884" sldId="400"/>
            <ac:grpSpMk id="6" creationId="{7219E507-C722-59FE-48BC-EA1DF8C76141}"/>
          </ac:grpSpMkLst>
        </pc:grpChg>
        <pc:grpChg chg="add mod">
          <ac:chgData name="Behzad Khajavi" userId="91f07ca7-1fc8-4164-be9a-722dcaccfc6b" providerId="ADAL" clId="{ED6694FD-2C1E-4B1C-BFD4-42BDC280E96F}" dt="2026-03-24T02:11:53.916" v="16580" actId="1038"/>
          <ac:grpSpMkLst>
            <pc:docMk/>
            <pc:sldMk cId="1829913884" sldId="400"/>
            <ac:grpSpMk id="9" creationId="{2CC30BC9-6964-7562-DF97-1158D7C83DF4}"/>
          </ac:grpSpMkLst>
        </pc:grpChg>
        <pc:picChg chg="mod topLvl">
          <ac:chgData name="Behzad Khajavi" userId="91f07ca7-1fc8-4164-be9a-722dcaccfc6b" providerId="ADAL" clId="{ED6694FD-2C1E-4B1C-BFD4-42BDC280E96F}" dt="2026-03-24T02:11:53.916" v="16580" actId="1038"/>
          <ac:picMkLst>
            <pc:docMk/>
            <pc:sldMk cId="1829913884" sldId="400"/>
            <ac:picMk id="2050" creationId="{2BFCBAFB-BB12-E09F-93F4-31082BD20E72}"/>
          </ac:picMkLst>
        </pc:picChg>
        <pc:picChg chg="add mod">
          <ac:chgData name="Behzad Khajavi" userId="91f07ca7-1fc8-4164-be9a-722dcaccfc6b" providerId="ADAL" clId="{ED6694FD-2C1E-4B1C-BFD4-42BDC280E96F}" dt="2026-03-24T02:11:23.415" v="16549" actId="1035"/>
          <ac:picMkLst>
            <pc:docMk/>
            <pc:sldMk cId="1829913884" sldId="400"/>
            <ac:picMk id="2052" creationId="{B47D0E8C-DC4A-C78C-3779-3CD462C8FE53}"/>
          </ac:picMkLst>
        </pc:picChg>
      </pc:sldChg>
      <pc:sldChg chg="addSp delSp modSp new mod ord addAnim delAnim modAnim">
        <pc:chgData name="Behzad Khajavi" userId="91f07ca7-1fc8-4164-be9a-722dcaccfc6b" providerId="ADAL" clId="{ED6694FD-2C1E-4B1C-BFD4-42BDC280E96F}" dt="2026-03-25T15:44:41.112" v="23258" actId="20577"/>
        <pc:sldMkLst>
          <pc:docMk/>
          <pc:sldMk cId="4094174990" sldId="401"/>
        </pc:sldMkLst>
        <pc:spChg chg="add mod">
          <ac:chgData name="Behzad Khajavi" userId="91f07ca7-1fc8-4164-be9a-722dcaccfc6b" providerId="ADAL" clId="{ED6694FD-2C1E-4B1C-BFD4-42BDC280E96F}" dt="2026-03-24T04:20:31.990" v="19070" actId="1038"/>
          <ac:spMkLst>
            <pc:docMk/>
            <pc:sldMk cId="4094174990" sldId="401"/>
            <ac:spMk id="6" creationId="{259CD037-88F5-C8C6-EA69-ADA36B37F81D}"/>
          </ac:spMkLst>
        </pc:spChg>
        <pc:spChg chg="add mod">
          <ac:chgData name="Behzad Khajavi" userId="91f07ca7-1fc8-4164-be9a-722dcaccfc6b" providerId="ADAL" clId="{ED6694FD-2C1E-4B1C-BFD4-42BDC280E96F}" dt="2026-03-25T15:44:41.112" v="23258" actId="20577"/>
          <ac:spMkLst>
            <pc:docMk/>
            <pc:sldMk cId="4094174990" sldId="401"/>
            <ac:spMk id="7" creationId="{CEA95036-1CC7-0278-A70E-FD587235D6FF}"/>
          </ac:spMkLst>
        </pc:spChg>
        <pc:spChg chg="add del mod">
          <ac:chgData name="Behzad Khajavi" userId="91f07ca7-1fc8-4164-be9a-722dcaccfc6b" providerId="ADAL" clId="{ED6694FD-2C1E-4B1C-BFD4-42BDC280E96F}" dt="2026-03-24T19:52:47.321" v="20933" actId="478"/>
          <ac:spMkLst>
            <pc:docMk/>
            <pc:sldMk cId="4094174990" sldId="401"/>
            <ac:spMk id="8" creationId="{DC4332E7-4F25-8904-33BC-1C4F5944264A}"/>
          </ac:spMkLst>
        </pc:spChg>
        <pc:picChg chg="add mod">
          <ac:chgData name="Behzad Khajavi" userId="91f07ca7-1fc8-4164-be9a-722dcaccfc6b" providerId="ADAL" clId="{ED6694FD-2C1E-4B1C-BFD4-42BDC280E96F}" dt="2026-03-24T16:03:15.614" v="19942" actId="1076"/>
          <ac:picMkLst>
            <pc:docMk/>
            <pc:sldMk cId="4094174990" sldId="401"/>
            <ac:picMk id="5" creationId="{FEE28256-E78C-5E77-4339-0F6B050BFE67}"/>
          </ac:picMkLst>
        </pc:picChg>
        <pc:picChg chg="add mod">
          <ac:chgData name="Behzad Khajavi" userId="91f07ca7-1fc8-4164-be9a-722dcaccfc6b" providerId="ADAL" clId="{ED6694FD-2C1E-4B1C-BFD4-42BDC280E96F}" dt="2026-03-24T14:00:20.128" v="19523" actId="1076"/>
          <ac:picMkLst>
            <pc:docMk/>
            <pc:sldMk cId="4094174990" sldId="401"/>
            <ac:picMk id="2058" creationId="{6E2951BA-1AC7-8DC3-340D-A6635063D624}"/>
          </ac:picMkLst>
        </pc:picChg>
        <pc:picChg chg="add mod">
          <ac:chgData name="Behzad Khajavi" userId="91f07ca7-1fc8-4164-be9a-722dcaccfc6b" providerId="ADAL" clId="{ED6694FD-2C1E-4B1C-BFD4-42BDC280E96F}" dt="2026-03-24T14:00:16.886" v="19522" actId="1076"/>
          <ac:picMkLst>
            <pc:docMk/>
            <pc:sldMk cId="4094174990" sldId="401"/>
            <ac:picMk id="3074" creationId="{A89F9B75-7A66-918F-EED7-FA612D805D3B}"/>
          </ac:picMkLst>
        </pc:picChg>
      </pc:sldChg>
      <pc:sldChg chg="new">
        <pc:chgData name="Behzad Khajavi" userId="91f07ca7-1fc8-4164-be9a-722dcaccfc6b" providerId="ADAL" clId="{ED6694FD-2C1E-4B1C-BFD4-42BDC280E96F}" dt="2026-03-24T18:21:42.309" v="20664" actId="680"/>
        <pc:sldMkLst>
          <pc:docMk/>
          <pc:sldMk cId="3417843476" sldId="402"/>
        </pc:sldMkLst>
      </pc:sldChg>
      <pc:sldChg chg="addSp delSp modSp new mod">
        <pc:chgData name="Behzad Khajavi" userId="91f07ca7-1fc8-4164-be9a-722dcaccfc6b" providerId="ADAL" clId="{ED6694FD-2C1E-4B1C-BFD4-42BDC280E96F}" dt="2026-03-24T20:59:13.678" v="21925" actId="1076"/>
        <pc:sldMkLst>
          <pc:docMk/>
          <pc:sldMk cId="3845229888" sldId="403"/>
        </pc:sldMkLst>
        <pc:spChg chg="add mod">
          <ac:chgData name="Behzad Khajavi" userId="91f07ca7-1fc8-4164-be9a-722dcaccfc6b" providerId="ADAL" clId="{ED6694FD-2C1E-4B1C-BFD4-42BDC280E96F}" dt="2026-03-24T19:48:14.043" v="20912"/>
          <ac:spMkLst>
            <pc:docMk/>
            <pc:sldMk cId="3845229888" sldId="403"/>
            <ac:spMk id="5" creationId="{900B92E7-F4BB-211C-F157-99A45C2F70DE}"/>
          </ac:spMkLst>
        </pc:spChg>
        <pc:spChg chg="add mod">
          <ac:chgData name="Behzad Khajavi" userId="91f07ca7-1fc8-4164-be9a-722dcaccfc6b" providerId="ADAL" clId="{ED6694FD-2C1E-4B1C-BFD4-42BDC280E96F}" dt="2026-03-24T20:28:15.737" v="21343" actId="1076"/>
          <ac:spMkLst>
            <pc:docMk/>
            <pc:sldMk cId="3845229888" sldId="403"/>
            <ac:spMk id="6" creationId="{9FEB1065-F613-7AE7-B32D-80CFCCFA24C7}"/>
          </ac:spMkLst>
        </pc:spChg>
        <pc:spChg chg="add mod">
          <ac:chgData name="Behzad Khajavi" userId="91f07ca7-1fc8-4164-be9a-722dcaccfc6b" providerId="ADAL" clId="{ED6694FD-2C1E-4B1C-BFD4-42BDC280E96F}" dt="2026-03-24T20:59:13.678" v="21925" actId="1076"/>
          <ac:spMkLst>
            <pc:docMk/>
            <pc:sldMk cId="3845229888" sldId="403"/>
            <ac:spMk id="7" creationId="{CE86A70F-DBA1-FF4B-5E71-C917105ED972}"/>
          </ac:spMkLst>
        </pc:spChg>
        <pc:graphicFrameChg chg="add del mod">
          <ac:chgData name="Behzad Khajavi" userId="91f07ca7-1fc8-4164-be9a-722dcaccfc6b" providerId="ADAL" clId="{ED6694FD-2C1E-4B1C-BFD4-42BDC280E96F}" dt="2026-03-24T20:50:09.756" v="21857" actId="478"/>
          <ac:graphicFrameMkLst>
            <pc:docMk/>
            <pc:sldMk cId="3845229888" sldId="403"/>
            <ac:graphicFrameMk id="8" creationId="{9D722645-CAC5-21C6-9FB6-11D81BDD5977}"/>
          </ac:graphicFrameMkLst>
        </pc:graphicFrameChg>
        <pc:graphicFrameChg chg="add del mod">
          <ac:chgData name="Behzad Khajavi" userId="91f07ca7-1fc8-4164-be9a-722dcaccfc6b" providerId="ADAL" clId="{ED6694FD-2C1E-4B1C-BFD4-42BDC280E96F}" dt="2026-03-24T20:50:08.065" v="21856" actId="478"/>
          <ac:graphicFrameMkLst>
            <pc:docMk/>
            <pc:sldMk cId="3845229888" sldId="403"/>
            <ac:graphicFrameMk id="9" creationId="{EE76FB23-7F19-776A-4FC6-44DF2203A538}"/>
          </ac:graphicFrameMkLst>
        </pc:graphicFrameChg>
        <pc:graphicFrameChg chg="add del mod">
          <ac:chgData name="Behzad Khajavi" userId="91f07ca7-1fc8-4164-be9a-722dcaccfc6b" providerId="ADAL" clId="{ED6694FD-2C1E-4B1C-BFD4-42BDC280E96F}" dt="2026-03-24T20:51:29.175" v="21861" actId="478"/>
          <ac:graphicFrameMkLst>
            <pc:docMk/>
            <pc:sldMk cId="3845229888" sldId="403"/>
            <ac:graphicFrameMk id="10" creationId="{BF5746E3-E6D9-1D75-56A7-AF485AC97680}"/>
          </ac:graphicFrameMkLst>
        </pc:graphicFrameChg>
        <pc:picChg chg="add del mod">
          <ac:chgData name="Behzad Khajavi" userId="91f07ca7-1fc8-4164-be9a-722dcaccfc6b" providerId="ADAL" clId="{ED6694FD-2C1E-4B1C-BFD4-42BDC280E96F}" dt="2026-03-24T20:52:25.881" v="21867" actId="478"/>
          <ac:picMkLst>
            <pc:docMk/>
            <pc:sldMk cId="3845229888" sldId="403"/>
            <ac:picMk id="4" creationId="{FD2E318D-D274-EB3E-54DB-F1C09990DE04}"/>
          </ac:picMkLst>
        </pc:picChg>
        <pc:picChg chg="add mod modCrop">
          <ac:chgData name="Behzad Khajavi" userId="91f07ca7-1fc8-4164-be9a-722dcaccfc6b" providerId="ADAL" clId="{ED6694FD-2C1E-4B1C-BFD4-42BDC280E96F}" dt="2026-03-24T20:59:06.090" v="21923" actId="1076"/>
          <ac:picMkLst>
            <pc:docMk/>
            <pc:sldMk cId="3845229888" sldId="403"/>
            <ac:picMk id="12" creationId="{946DF616-8AD4-F477-7AA9-E42F7048E3E8}"/>
          </ac:picMkLst>
        </pc:picChg>
        <pc:picChg chg="add mod modCrop">
          <ac:chgData name="Behzad Khajavi" userId="91f07ca7-1fc8-4164-be9a-722dcaccfc6b" providerId="ADAL" clId="{ED6694FD-2C1E-4B1C-BFD4-42BDC280E96F}" dt="2026-03-24T20:59:07.367" v="21924" actId="1076"/>
          <ac:picMkLst>
            <pc:docMk/>
            <pc:sldMk cId="3845229888" sldId="403"/>
            <ac:picMk id="14" creationId="{85098C5C-AF1E-3D82-8BF7-F30D4D47682F}"/>
          </ac:picMkLst>
        </pc:picChg>
        <pc:picChg chg="add del mod">
          <ac:chgData name="Behzad Khajavi" userId="91f07ca7-1fc8-4164-be9a-722dcaccfc6b" providerId="ADAL" clId="{ED6694FD-2C1E-4B1C-BFD4-42BDC280E96F}" dt="2026-03-24T20:52:27.013" v="21868" actId="478"/>
          <ac:picMkLst>
            <pc:docMk/>
            <pc:sldMk cId="3845229888" sldId="403"/>
            <ac:picMk id="6146" creationId="{5A6F5C6A-6C4E-43D6-705A-BC359AAB5F8F}"/>
          </ac:picMkLst>
        </pc:picChg>
        <pc:picChg chg="add del mod">
          <ac:chgData name="Behzad Khajavi" userId="91f07ca7-1fc8-4164-be9a-722dcaccfc6b" providerId="ADAL" clId="{ED6694FD-2C1E-4B1C-BFD4-42BDC280E96F}" dt="2026-03-24T20:52:28.037" v="21869" actId="478"/>
          <ac:picMkLst>
            <pc:docMk/>
            <pc:sldMk cId="3845229888" sldId="403"/>
            <ac:picMk id="6148" creationId="{6AE1994F-05B9-4337-D0A5-9DCCD98A1AA8}"/>
          </ac:picMkLst>
        </pc:picChg>
      </pc:sldChg>
      <pc:sldChg chg="addSp delSp modSp new mod addAnim delAnim modAnim">
        <pc:chgData name="Behzad Khajavi" userId="91f07ca7-1fc8-4164-be9a-722dcaccfc6b" providerId="ADAL" clId="{ED6694FD-2C1E-4B1C-BFD4-42BDC280E96F}" dt="2026-03-25T16:39:18.117" v="23448"/>
        <pc:sldMkLst>
          <pc:docMk/>
          <pc:sldMk cId="194158482" sldId="404"/>
        </pc:sldMkLst>
        <pc:spChg chg="add mod">
          <ac:chgData name="Behzad Khajavi" userId="91f07ca7-1fc8-4164-be9a-722dcaccfc6b" providerId="ADAL" clId="{ED6694FD-2C1E-4B1C-BFD4-42BDC280E96F}" dt="2026-03-25T16:30:09.616" v="23338"/>
          <ac:spMkLst>
            <pc:docMk/>
            <pc:sldMk cId="194158482" sldId="404"/>
            <ac:spMk id="4" creationId="{1ACB1FF4-A9B4-B755-16EF-95C8A1A96A1F}"/>
          </ac:spMkLst>
        </pc:spChg>
        <pc:spChg chg="add mod">
          <ac:chgData name="Behzad Khajavi" userId="91f07ca7-1fc8-4164-be9a-722dcaccfc6b" providerId="ADAL" clId="{ED6694FD-2C1E-4B1C-BFD4-42BDC280E96F}" dt="2026-03-25T16:36:54.881" v="23402" actId="1076"/>
          <ac:spMkLst>
            <pc:docMk/>
            <pc:sldMk cId="194158482" sldId="404"/>
            <ac:spMk id="5" creationId="{5264E7AE-7D3E-F061-2243-A6C42EBF453B}"/>
          </ac:spMkLst>
        </pc:spChg>
        <pc:spChg chg="mod">
          <ac:chgData name="Behzad Khajavi" userId="91f07ca7-1fc8-4164-be9a-722dcaccfc6b" providerId="ADAL" clId="{ED6694FD-2C1E-4B1C-BFD4-42BDC280E96F}" dt="2026-03-25T16:28:15.651" v="23289"/>
          <ac:spMkLst>
            <pc:docMk/>
            <pc:sldMk cId="194158482" sldId="404"/>
            <ac:spMk id="7" creationId="{3DB6B790-2911-3618-1155-9C51054C6A28}"/>
          </ac:spMkLst>
        </pc:spChg>
        <pc:spChg chg="add del">
          <ac:chgData name="Behzad Khajavi" userId="91f07ca7-1fc8-4164-be9a-722dcaccfc6b" providerId="ADAL" clId="{ED6694FD-2C1E-4B1C-BFD4-42BDC280E96F}" dt="2026-03-25T16:35:48.953" v="23374" actId="22"/>
          <ac:spMkLst>
            <pc:docMk/>
            <pc:sldMk cId="194158482" sldId="404"/>
            <ac:spMk id="9" creationId="{C49DDB78-E14C-3A9B-37AE-FA11EC4159BF}"/>
          </ac:spMkLst>
        </pc:spChg>
        <pc:spChg chg="add mod">
          <ac:chgData name="Behzad Khajavi" userId="91f07ca7-1fc8-4164-be9a-722dcaccfc6b" providerId="ADAL" clId="{ED6694FD-2C1E-4B1C-BFD4-42BDC280E96F}" dt="2026-03-25T16:37:43.366" v="23439"/>
          <ac:spMkLst>
            <pc:docMk/>
            <pc:sldMk cId="194158482" sldId="404"/>
            <ac:spMk id="11" creationId="{CF92D67F-2EB4-0DF6-F757-B9D18AC994F6}"/>
          </ac:spMkLst>
        </pc:spChg>
        <pc:spChg chg="add mod">
          <ac:chgData name="Behzad Khajavi" userId="91f07ca7-1fc8-4164-be9a-722dcaccfc6b" providerId="ADAL" clId="{ED6694FD-2C1E-4B1C-BFD4-42BDC280E96F}" dt="2026-03-25T16:36:15.648" v="23380" actId="1076"/>
          <ac:spMkLst>
            <pc:docMk/>
            <pc:sldMk cId="194158482" sldId="404"/>
            <ac:spMk id="34" creationId="{A8EB7FCF-0ED7-FD95-FFA0-8061F02C5ED1}"/>
          </ac:spMkLst>
        </pc:spChg>
        <pc:grpChg chg="add mod">
          <ac:chgData name="Behzad Khajavi" userId="91f07ca7-1fc8-4164-be9a-722dcaccfc6b" providerId="ADAL" clId="{ED6694FD-2C1E-4B1C-BFD4-42BDC280E96F}" dt="2026-03-25T16:33:02.051" v="23340" actId="1076"/>
          <ac:grpSpMkLst>
            <pc:docMk/>
            <pc:sldMk cId="194158482" sldId="404"/>
            <ac:grpSpMk id="22" creationId="{53AE9F48-E4A3-0D73-C7FF-7DBF071E34F2}"/>
          </ac:grpSpMkLst>
        </pc:grpChg>
        <pc:picChg chg="mod">
          <ac:chgData name="Behzad Khajavi" userId="91f07ca7-1fc8-4164-be9a-722dcaccfc6b" providerId="ADAL" clId="{ED6694FD-2C1E-4B1C-BFD4-42BDC280E96F}" dt="2026-03-25T16:28:15.651" v="23289"/>
          <ac:picMkLst>
            <pc:docMk/>
            <pc:sldMk cId="194158482" sldId="404"/>
            <ac:picMk id="6" creationId="{47069EA8-BD71-A340-DC1D-8885726D6E7A}"/>
          </ac:picMkLst>
        </pc:picChg>
        <pc:picChg chg="add mod">
          <ac:chgData name="Behzad Khajavi" userId="91f07ca7-1fc8-4164-be9a-722dcaccfc6b" providerId="ADAL" clId="{ED6694FD-2C1E-4B1C-BFD4-42BDC280E96F}" dt="2026-03-25T16:35:11.298" v="23370" actId="1076"/>
          <ac:picMkLst>
            <pc:docMk/>
            <pc:sldMk cId="194158482" sldId="404"/>
            <ac:picMk id="7170" creationId="{277C6492-043C-0EFC-BCB3-4650EBB25F96}"/>
          </ac:picMkLst>
        </pc:picChg>
      </pc:sldChg>
      <pc:sldMasterChg chg="modSldLayout">
        <pc:chgData name="Behzad Khajavi" userId="91f07ca7-1fc8-4164-be9a-722dcaccfc6b" providerId="ADAL" clId="{ED6694FD-2C1E-4B1C-BFD4-42BDC280E96F}" dt="2026-03-24T02:43:51.254" v="16764" actId="478"/>
        <pc:sldMasterMkLst>
          <pc:docMk/>
          <pc:sldMasterMk cId="176896854" sldId="2147483651"/>
        </pc:sldMasterMkLst>
        <pc:sldLayoutChg chg="modSp">
          <pc:chgData name="Behzad Khajavi" userId="91f07ca7-1fc8-4164-be9a-722dcaccfc6b" providerId="ADAL" clId="{ED6694FD-2C1E-4B1C-BFD4-42BDC280E96F}" dt="2026-03-24T02:43:38.448" v="16763" actId="735"/>
          <pc:sldLayoutMkLst>
            <pc:docMk/>
            <pc:sldMasterMk cId="176896854" sldId="2147483651"/>
            <pc:sldLayoutMk cId="400269580" sldId="2147483663"/>
          </pc:sldLayoutMkLst>
        </pc:sldLayoutChg>
        <pc:sldLayoutChg chg="delSp modSp mod">
          <pc:chgData name="Behzad Khajavi" userId="91f07ca7-1fc8-4164-be9a-722dcaccfc6b" providerId="ADAL" clId="{ED6694FD-2C1E-4B1C-BFD4-42BDC280E96F}" dt="2026-03-24T02:43:51.254" v="16764" actId="478"/>
          <pc:sldLayoutMkLst>
            <pc:docMk/>
            <pc:sldMasterMk cId="176896854" sldId="2147483651"/>
            <pc:sldLayoutMk cId="357618415" sldId="2147483664"/>
          </pc:sldLayoutMkLst>
          <pc:cxnChg chg="del">
            <ac:chgData name="Behzad Khajavi" userId="91f07ca7-1fc8-4164-be9a-722dcaccfc6b" providerId="ADAL" clId="{ED6694FD-2C1E-4B1C-BFD4-42BDC280E96F}" dt="2026-03-24T02:43:51.254" v="16764" actId="478"/>
            <ac:cxnSpMkLst>
              <pc:docMk/>
              <pc:sldMasterMk cId="176896854" sldId="2147483651"/>
              <pc:sldLayoutMk cId="357618415" sldId="2147483664"/>
              <ac:cxnSpMk id="6" creationId="{4BBB1A9C-8787-2C0D-32BD-B7FBBFD59D87}"/>
            </ac:cxnSpMkLst>
          </pc:cxn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8C565C-E46D-4F7D-9D20-6ABF228A990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FEF69-2D54-47CC-AA60-D834CB5A9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41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1FEF69-2D54-47CC-AA60-D834CB5A91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440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gratings and laser pointers?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1FEF69-2D54-47CC-AA60-D834CB5A91F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218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5A17A7D-254A-B7D9-7711-3187AA3AD8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80610"/>
            <a:ext cx="9018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550E823-EBD5-DCCE-2628-91B018560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31174" y="6480610"/>
            <a:ext cx="2329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Bio Imaging Resource Center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5E32D41-CE3A-5EE1-0CAD-174E48260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4022" y="6480610"/>
            <a:ext cx="4697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10C10E-7DC0-4100-B5B9-8BA80F08F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6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E274DE-95BF-7188-E7BC-8D8D11230D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05" y="6480610"/>
            <a:ext cx="901823" cy="365125"/>
          </a:xfrm>
        </p:spPr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91AEC-16F9-80F6-AE72-22FF2996C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8622" y="6480610"/>
            <a:ext cx="469777" cy="365125"/>
          </a:xfrm>
        </p:spPr>
        <p:txBody>
          <a:bodyPr/>
          <a:lstStyle/>
          <a:p>
            <a:fld id="{AE10C10E-7DC0-4100-B5B9-8BA80F08FEB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0A0A53-CBD8-CC32-E5B4-89CA21223971}"/>
              </a:ext>
            </a:extLst>
          </p:cNvPr>
          <p:cNvCxnSpPr/>
          <p:nvPr userDrawn="1"/>
        </p:nvCxnSpPr>
        <p:spPr>
          <a:xfrm>
            <a:off x="0" y="6456394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18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150E5-4868-05FE-9954-1C1FC37E50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80610"/>
            <a:ext cx="9018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39050-498C-0FA8-2A8F-ED02855DE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31174" y="6480610"/>
            <a:ext cx="2329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Bio Imaging Resource Center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11C91-C6E1-BFE9-4473-E82C98FBF7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4022" y="6480610"/>
            <a:ext cx="4697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10C10E-7DC0-4100-B5B9-8BA80F08F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6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.wiki/Hzx3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emf"/><Relationship Id="rId4" Type="http://schemas.openxmlformats.org/officeDocument/2006/relationships/image" Target="../media/image18.gi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hyperlink" Target="https://commons.wikimedia.org/wiki/File:Internal-reflection.gif" TargetMode="External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hyperlink" Target="https://en.wikipedia.org/wiki/Refraction" TargetMode="External"/><Relationship Id="rId10" Type="http://schemas.openxmlformats.org/officeDocument/2006/relationships/image" Target="../media/image25.png"/><Relationship Id="rId4" Type="http://schemas.openxmlformats.org/officeDocument/2006/relationships/image" Target="../media/image21.gif"/><Relationship Id="rId9" Type="http://schemas.openxmlformats.org/officeDocument/2006/relationships/hyperlink" Target="http://hyperphysics.phy-astr.gsu.edu/hbase/phyopt/reflectcon.html#c1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het.colorado.edu/sims/html/bending-light/latest/bending-light_all.html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eflection_(physics)#Laws_of_reflection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7" Type="http://schemas.openxmlformats.org/officeDocument/2006/relationships/image" Target="../media/image39.png"/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hyperlink" Target="https://evidentscientific.com/en/microscope-resource/knowledge-hub/lightandcolor/interference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7" Type="http://schemas.openxmlformats.org/officeDocument/2006/relationships/image" Target="../media/image4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adiologykey.com/4-radiation-interactions-with-tissue/" TargetMode="External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emanim.szialab.org/index.html" TargetMode="Externa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gif"/><Relationship Id="rId4" Type="http://schemas.openxmlformats.org/officeDocument/2006/relationships/image" Target="../media/image58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7" Type="http://schemas.openxmlformats.org/officeDocument/2006/relationships/image" Target="../media/image73.tiff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ledynevisionsolutions.com/learn/learning-center/scientific-imaging/resolution-and-numerical-aperture/" TargetMode="External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jpeg"/><Relationship Id="rId4" Type="http://schemas.openxmlformats.org/officeDocument/2006/relationships/image" Target="../media/image9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7" Type="http://schemas.openxmlformats.org/officeDocument/2006/relationships/image" Target="../media/image95.jpeg"/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jpeg"/><Relationship Id="rId5" Type="http://schemas.openxmlformats.org/officeDocument/2006/relationships/slide" Target="slide30.xml"/><Relationship Id="rId4" Type="http://schemas.openxmlformats.org/officeDocument/2006/relationships/image" Target="../media/image93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jpeg"/><Relationship Id="rId5" Type="http://schemas.openxmlformats.org/officeDocument/2006/relationships/image" Target="../media/image99.png"/><Relationship Id="rId4" Type="http://schemas.openxmlformats.org/officeDocument/2006/relationships/image" Target="../media/image98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eg"/><Relationship Id="rId7" Type="http://schemas.openxmlformats.org/officeDocument/2006/relationships/image" Target="../media/image110.jpeg"/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jpeg"/><Relationship Id="rId5" Type="http://schemas.openxmlformats.org/officeDocument/2006/relationships/image" Target="../media/image108.gif"/><Relationship Id="rId4" Type="http://schemas.openxmlformats.org/officeDocument/2006/relationships/image" Target="../media/image107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eg"/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eg"/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jpeg"/><Relationship Id="rId3" Type="http://schemas.openxmlformats.org/officeDocument/2006/relationships/image" Target="../media/image118.jpeg"/><Relationship Id="rId7" Type="http://schemas.openxmlformats.org/officeDocument/2006/relationships/image" Target="../media/image122.jpeg"/><Relationship Id="rId2" Type="http://schemas.openxmlformats.org/officeDocument/2006/relationships/image" Target="../media/image1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jpeg"/><Relationship Id="rId5" Type="http://schemas.openxmlformats.org/officeDocument/2006/relationships/image" Target="../media/image120.jpeg"/><Relationship Id="rId4" Type="http://schemas.openxmlformats.org/officeDocument/2006/relationships/image" Target="../media/image119.jpeg"/><Relationship Id="rId9" Type="http://schemas.openxmlformats.org/officeDocument/2006/relationships/image" Target="../media/image124.jp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tif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7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B5FF76-BB96-F645-9139-EC9E00E63DCA}"/>
              </a:ext>
            </a:extLst>
          </p:cNvPr>
          <p:cNvSpPr txBox="1"/>
          <p:nvPr/>
        </p:nvSpPr>
        <p:spPr>
          <a:xfrm>
            <a:off x="2988296" y="4075436"/>
            <a:ext cx="6215407" cy="1421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Behzad Khajavi</a:t>
            </a:r>
          </a:p>
          <a:p>
            <a:pPr algn="ctr"/>
            <a:r>
              <a:rPr lang="en-US" sz="2000" baseline="30000" dirty="0">
                <a:latin typeface="Times New Roman" panose="02020603050405020304" pitchFamily="18" charset="0"/>
                <a:ea typeface="Calibri" panose="020F0502020204030204" pitchFamily="34" charset="0"/>
              </a:rPr>
              <a:t>Optical Engineer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Bio-Imaging Resource Center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The Rockefeller University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80E659-5D72-9B78-FC68-DF98EA01F1FD}"/>
              </a:ext>
            </a:extLst>
          </p:cNvPr>
          <p:cNvSpPr/>
          <p:nvPr/>
        </p:nvSpPr>
        <p:spPr>
          <a:xfrm>
            <a:off x="3624260" y="133350"/>
            <a:ext cx="4943475" cy="4095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F7B253-7557-0CF3-30F8-63518EC9BA78}"/>
              </a:ext>
            </a:extLst>
          </p:cNvPr>
          <p:cNvSpPr txBox="1"/>
          <p:nvPr/>
        </p:nvSpPr>
        <p:spPr>
          <a:xfrm>
            <a:off x="2867022" y="2065489"/>
            <a:ext cx="64579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Microscopy Course </a:t>
            </a: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Properties and Optical Principles</a:t>
            </a:r>
          </a:p>
        </p:txBody>
      </p:sp>
    </p:spTree>
    <p:extLst>
      <p:ext uri="{BB962C8B-B14F-4D97-AF65-F5344CB8AC3E}">
        <p14:creationId xmlns:p14="http://schemas.microsoft.com/office/powerpoint/2010/main" val="1621815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50C260-BDDD-30E5-0ADC-656D0BB17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05" y="6480610"/>
            <a:ext cx="901823" cy="365125"/>
          </a:xfrm>
        </p:spPr>
        <p:txBody>
          <a:bodyPr/>
          <a:lstStyle/>
          <a:p>
            <a:fld id="{E51E5F20-7C50-44F9-9BE8-CA8871692525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CA1492-31F7-ACBB-9254-EF2CC289AA7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3B0CB-995C-754F-9CDB-DD8D39869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8622" y="6480610"/>
            <a:ext cx="469777" cy="365125"/>
          </a:xfrm>
        </p:spPr>
        <p:txBody>
          <a:bodyPr/>
          <a:lstStyle/>
          <a:p>
            <a:fld id="{AE10C10E-7DC0-4100-B5B9-8BA80F08FEB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661725-16D5-7001-CA72-F1004752A674}"/>
              </a:ext>
            </a:extLst>
          </p:cNvPr>
          <p:cNvSpPr txBox="1"/>
          <p:nvPr/>
        </p:nvSpPr>
        <p:spPr>
          <a:xfrm>
            <a:off x="2682560" y="971550"/>
            <a:ext cx="684592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 fields and spectrum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field propagation (reflection, refraction)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field interference and diffraction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of light rays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a basic microscope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Imaging, resolution, numerical aperture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408489-28EE-D146-00A9-4AE9F90AE728}"/>
              </a:ext>
            </a:extLst>
          </p:cNvPr>
          <p:cNvSpPr txBox="1"/>
          <p:nvPr/>
        </p:nvSpPr>
        <p:spPr>
          <a:xfrm>
            <a:off x="5517355" y="0"/>
            <a:ext cx="117633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63861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B1C33-5606-93F3-0151-C018738CE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2A4177-4D62-1D8A-37BC-B1282FBC4D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05" y="6480610"/>
            <a:ext cx="901823" cy="365125"/>
          </a:xfrm>
        </p:spPr>
        <p:txBody>
          <a:bodyPr/>
          <a:lstStyle/>
          <a:p>
            <a:fld id="{E51E5F20-7C50-44F9-9BE8-CA8871692525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9A788F-EBA4-43DB-D693-E52DAABCAC2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6B540-18B9-C2EF-FFC5-72C45EA9B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8622" y="6480610"/>
            <a:ext cx="469777" cy="365125"/>
          </a:xfrm>
        </p:spPr>
        <p:txBody>
          <a:bodyPr/>
          <a:lstStyle/>
          <a:p>
            <a:fld id="{AE10C10E-7DC0-4100-B5B9-8BA80F08FEB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8B7D4A-C834-7A09-2268-F0DE0A3028FA}"/>
              </a:ext>
            </a:extLst>
          </p:cNvPr>
          <p:cNvSpPr txBox="1">
            <a:spLocks/>
          </p:cNvSpPr>
          <p:nvPr/>
        </p:nvSpPr>
        <p:spPr>
          <a:xfrm>
            <a:off x="314166" y="450766"/>
            <a:ext cx="11458734" cy="168717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of Physics that studies the behavior and properties of light, its generation, propagation, interaction with matter, and detection.</a:t>
            </a:r>
          </a:p>
          <a:p>
            <a:pPr>
              <a:spcBef>
                <a:spcPts val="0"/>
              </a:spcBef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electromagnetic radiation that can be detected by the human eye; shows both wave and particle characteristics (visible EM).  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smallest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amount or quantum of electromagnetic radiation; has zero (rest) mass and travels at          c = 299,792,458 m/s.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DA60DAB-FF97-A249-DB35-EFF4147181B3}"/>
              </a:ext>
            </a:extLst>
          </p:cNvPr>
          <p:cNvSpPr txBox="1">
            <a:spLocks/>
          </p:cNvSpPr>
          <p:nvPr/>
        </p:nvSpPr>
        <p:spPr>
          <a:xfrm>
            <a:off x="5428330" y="5867"/>
            <a:ext cx="1366997" cy="43702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88AE8CB-3355-B781-7D44-7E505D92605F}"/>
              </a:ext>
            </a:extLst>
          </p:cNvPr>
          <p:cNvGrpSpPr/>
          <p:nvPr/>
        </p:nvGrpSpPr>
        <p:grpSpPr>
          <a:xfrm>
            <a:off x="3733800" y="2284805"/>
            <a:ext cx="8050531" cy="2475302"/>
            <a:chOff x="3787138" y="1634490"/>
            <a:chExt cx="8031482" cy="24460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04FAF89-87EE-3B4F-07C7-4CFF80C8D236}"/>
                </a:ext>
              </a:extLst>
            </p:cNvPr>
            <p:cNvSpPr/>
            <p:nvPr/>
          </p:nvSpPr>
          <p:spPr>
            <a:xfrm>
              <a:off x="3787138" y="1634490"/>
              <a:ext cx="8031482" cy="2446019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29E4271-596B-8432-EC88-E39E462D29C8}"/>
                </a:ext>
              </a:extLst>
            </p:cNvPr>
            <p:cNvGrpSpPr/>
            <p:nvPr/>
          </p:nvGrpSpPr>
          <p:grpSpPr>
            <a:xfrm>
              <a:off x="3973089" y="1812370"/>
              <a:ext cx="7665533" cy="2081089"/>
              <a:chOff x="4116000" y="2000250"/>
              <a:chExt cx="7665533" cy="2081089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D70EFEF-F249-FB8B-D3B6-755386BF8337}"/>
                  </a:ext>
                </a:extLst>
              </p:cNvPr>
              <p:cNvGrpSpPr/>
              <p:nvPr/>
            </p:nvGrpSpPr>
            <p:grpSpPr>
              <a:xfrm>
                <a:off x="4116000" y="2101339"/>
                <a:ext cx="1980000" cy="1980000"/>
                <a:chOff x="5619751" y="2123121"/>
                <a:chExt cx="1980000" cy="1980000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3954AC44-702E-47B3-AF6F-5FB159A0BA92}"/>
                    </a:ext>
                  </a:extLst>
                </p:cNvPr>
                <p:cNvSpPr/>
                <p:nvPr/>
              </p:nvSpPr>
              <p:spPr>
                <a:xfrm>
                  <a:off x="5619751" y="2123121"/>
                  <a:ext cx="1980000" cy="1980000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37E6F7E5-E280-4107-3183-9499AC230E55}"/>
                    </a:ext>
                  </a:extLst>
                </p:cNvPr>
                <p:cNvSpPr/>
                <p:nvPr/>
              </p:nvSpPr>
              <p:spPr>
                <a:xfrm>
                  <a:off x="5709751" y="2303121"/>
                  <a:ext cx="1800000" cy="1800000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1E0E1794-8D36-5023-9AC7-78F9D8CF7D75}"/>
                    </a:ext>
                  </a:extLst>
                </p:cNvPr>
                <p:cNvSpPr/>
                <p:nvPr/>
              </p:nvSpPr>
              <p:spPr>
                <a:xfrm>
                  <a:off x="5799751" y="2483121"/>
                  <a:ext cx="1620000" cy="1620000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9696638E-9885-60B7-6A2E-398538B9AFE3}"/>
                    </a:ext>
                  </a:extLst>
                </p:cNvPr>
                <p:cNvSpPr/>
                <p:nvPr/>
              </p:nvSpPr>
              <p:spPr>
                <a:xfrm>
                  <a:off x="5889751" y="2663121"/>
                  <a:ext cx="1440000" cy="14400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B8E9DF66-ADB5-C3D1-9B5B-B8375A46B5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7300" y="2143125"/>
                <a:ext cx="2160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C1C8BA51-DA16-A895-8017-BE1D812EB4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7300" y="2400300"/>
                <a:ext cx="2160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89305D59-62F2-4406-1CF0-290438F9E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7300" y="2581275"/>
                <a:ext cx="2160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29F64F3-BE97-8C4B-6265-AB0AFC2B03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7300" y="2828925"/>
                <a:ext cx="2160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D3BB80C-590C-D97D-E742-1A80A940725B}"/>
                  </a:ext>
                </a:extLst>
              </p:cNvPr>
              <p:cNvSpPr txBox="1"/>
              <p:nvPr/>
            </p:nvSpPr>
            <p:spPr>
              <a:xfrm>
                <a:off x="7270348" y="2000250"/>
                <a:ext cx="1840568" cy="276999"/>
              </a:xfrm>
              <a:custGeom>
                <a:avLst/>
                <a:gdLst>
                  <a:gd name="csX0" fmla="*/ 0 w 1840568"/>
                  <a:gd name="csY0" fmla="*/ 0 h 276999"/>
                  <a:gd name="csX1" fmla="*/ 496953 w 1840568"/>
                  <a:gd name="csY1" fmla="*/ 0 h 276999"/>
                  <a:gd name="csX2" fmla="*/ 901878 w 1840568"/>
                  <a:gd name="csY2" fmla="*/ 0 h 276999"/>
                  <a:gd name="csX3" fmla="*/ 1343615 w 1840568"/>
                  <a:gd name="csY3" fmla="*/ 0 h 276999"/>
                  <a:gd name="csX4" fmla="*/ 1840568 w 1840568"/>
                  <a:gd name="csY4" fmla="*/ 0 h 276999"/>
                  <a:gd name="csX5" fmla="*/ 1840568 w 1840568"/>
                  <a:gd name="csY5" fmla="*/ 276999 h 276999"/>
                  <a:gd name="csX6" fmla="*/ 1343615 w 1840568"/>
                  <a:gd name="csY6" fmla="*/ 276999 h 276999"/>
                  <a:gd name="csX7" fmla="*/ 901878 w 1840568"/>
                  <a:gd name="csY7" fmla="*/ 276999 h 276999"/>
                  <a:gd name="csX8" fmla="*/ 496953 w 1840568"/>
                  <a:gd name="csY8" fmla="*/ 276999 h 276999"/>
                  <a:gd name="csX9" fmla="*/ 0 w 1840568"/>
                  <a:gd name="csY9" fmla="*/ 276999 h 276999"/>
                  <a:gd name="csX10" fmla="*/ 0 w 1840568"/>
                  <a:gd name="csY10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840568" h="276999" extrusionOk="0">
                    <a:moveTo>
                      <a:pt x="0" y="0"/>
                    </a:moveTo>
                    <a:cubicBezTo>
                      <a:pt x="202728" y="-57131"/>
                      <a:pt x="344624" y="10739"/>
                      <a:pt x="496953" y="0"/>
                    </a:cubicBezTo>
                    <a:cubicBezTo>
                      <a:pt x="649282" y="-10739"/>
                      <a:pt x="814416" y="1984"/>
                      <a:pt x="901878" y="0"/>
                    </a:cubicBezTo>
                    <a:cubicBezTo>
                      <a:pt x="989340" y="-1984"/>
                      <a:pt x="1201530" y="8464"/>
                      <a:pt x="1343615" y="0"/>
                    </a:cubicBezTo>
                    <a:cubicBezTo>
                      <a:pt x="1485700" y="-8464"/>
                      <a:pt x="1614884" y="9311"/>
                      <a:pt x="1840568" y="0"/>
                    </a:cubicBezTo>
                    <a:cubicBezTo>
                      <a:pt x="1867134" y="107631"/>
                      <a:pt x="1821188" y="170117"/>
                      <a:pt x="1840568" y="276999"/>
                    </a:cubicBezTo>
                    <a:cubicBezTo>
                      <a:pt x="1638500" y="330711"/>
                      <a:pt x="1467489" y="246774"/>
                      <a:pt x="1343615" y="276999"/>
                    </a:cubicBezTo>
                    <a:cubicBezTo>
                      <a:pt x="1219741" y="307224"/>
                      <a:pt x="1023501" y="246269"/>
                      <a:pt x="901878" y="276999"/>
                    </a:cubicBezTo>
                    <a:cubicBezTo>
                      <a:pt x="780255" y="307729"/>
                      <a:pt x="630563" y="271222"/>
                      <a:pt x="496953" y="276999"/>
                    </a:cubicBezTo>
                    <a:cubicBezTo>
                      <a:pt x="363344" y="282776"/>
                      <a:pt x="194158" y="246013"/>
                      <a:pt x="0" y="276999"/>
                    </a:cubicBezTo>
                    <a:cubicBezTo>
                      <a:pt x="-3201" y="215546"/>
                      <a:pt x="23742" y="112216"/>
                      <a:pt x="0" y="0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86837363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tIns="0" bIns="0" rtlCol="0">
                <a:spAutoFit/>
              </a:bodyPr>
              <a:lstStyle>
                <a:defPPr>
                  <a:defRPr lang="en-US"/>
                </a:defPPr>
                <a:lvl1pPr>
                  <a:defRPr>
                    <a:ln>
                      <a:solidFill>
                        <a:schemeClr val="tx1"/>
                      </a:solidFill>
                    </a:ln>
                  </a:defRPr>
                </a:lvl1pPr>
              </a:lstStyle>
              <a:p>
                <a:r>
                  <a:rPr lang="en-US" dirty="0"/>
                  <a:t>Quantum Optics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C98204E-9349-7A78-765C-DEE0B2D395A4}"/>
                  </a:ext>
                </a:extLst>
              </p:cNvPr>
              <p:cNvSpPr txBox="1"/>
              <p:nvPr/>
            </p:nvSpPr>
            <p:spPr>
              <a:xfrm>
                <a:off x="7175099" y="2225475"/>
                <a:ext cx="25416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Electromagnetic Optics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E4A4DF-BF8C-7892-0F20-9884C42B08D2}"/>
                  </a:ext>
                </a:extLst>
              </p:cNvPr>
              <p:cNvSpPr txBox="1"/>
              <p:nvPr/>
            </p:nvSpPr>
            <p:spPr>
              <a:xfrm>
                <a:off x="7175097" y="2419350"/>
                <a:ext cx="14357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Wave Optics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BDD6846-58D2-507E-6F9A-6705E73BE8A1}"/>
                  </a:ext>
                </a:extLst>
              </p:cNvPr>
              <p:cNvSpPr txBox="1"/>
              <p:nvPr/>
            </p:nvSpPr>
            <p:spPr>
              <a:xfrm>
                <a:off x="7175098" y="2667771"/>
                <a:ext cx="12613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Ray Optics</a:t>
                </a:r>
              </a:p>
            </p:txBody>
          </p:sp>
          <p:sp>
            <p:nvSpPr>
              <p:cNvPr id="19" name="Right Brace 18">
                <a:extLst>
                  <a:ext uri="{FF2B5EF4-FFF2-40B4-BE49-F238E27FC236}">
                    <a16:creationId xmlns:a16="http://schemas.microsoft.com/office/drawing/2014/main" id="{D00C1465-D365-13A6-4417-8498C24C21E9}"/>
                  </a:ext>
                </a:extLst>
              </p:cNvPr>
              <p:cNvSpPr/>
              <p:nvPr/>
            </p:nvSpPr>
            <p:spPr>
              <a:xfrm>
                <a:off x="9629775" y="2281340"/>
                <a:ext cx="257175" cy="755760"/>
              </a:xfrm>
              <a:prstGeom prst="rightBrace">
                <a:avLst>
                  <a:gd name="adj1" fmla="val 29134"/>
                  <a:gd name="adj2" fmla="val 50420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ADC5222-4197-578F-705E-841B9D71E607}"/>
                  </a:ext>
                </a:extLst>
              </p:cNvPr>
              <p:cNvSpPr txBox="1"/>
              <p:nvPr/>
            </p:nvSpPr>
            <p:spPr>
              <a:xfrm>
                <a:off x="9963150" y="2535882"/>
                <a:ext cx="1818383" cy="276999"/>
              </a:xfrm>
              <a:custGeom>
                <a:avLst/>
                <a:gdLst>
                  <a:gd name="csX0" fmla="*/ 0 w 1818383"/>
                  <a:gd name="csY0" fmla="*/ 0 h 276999"/>
                  <a:gd name="csX1" fmla="*/ 436412 w 1818383"/>
                  <a:gd name="csY1" fmla="*/ 0 h 276999"/>
                  <a:gd name="csX2" fmla="*/ 836456 w 1818383"/>
                  <a:gd name="csY2" fmla="*/ 0 h 276999"/>
                  <a:gd name="csX3" fmla="*/ 1327420 w 1818383"/>
                  <a:gd name="csY3" fmla="*/ 0 h 276999"/>
                  <a:gd name="csX4" fmla="*/ 1818383 w 1818383"/>
                  <a:gd name="csY4" fmla="*/ 0 h 276999"/>
                  <a:gd name="csX5" fmla="*/ 1818383 w 1818383"/>
                  <a:gd name="csY5" fmla="*/ 276999 h 276999"/>
                  <a:gd name="csX6" fmla="*/ 1400155 w 1818383"/>
                  <a:gd name="csY6" fmla="*/ 276999 h 276999"/>
                  <a:gd name="csX7" fmla="*/ 981927 w 1818383"/>
                  <a:gd name="csY7" fmla="*/ 276999 h 276999"/>
                  <a:gd name="csX8" fmla="*/ 490963 w 1818383"/>
                  <a:gd name="csY8" fmla="*/ 276999 h 276999"/>
                  <a:gd name="csX9" fmla="*/ 0 w 1818383"/>
                  <a:gd name="csY9" fmla="*/ 276999 h 276999"/>
                  <a:gd name="csX10" fmla="*/ 0 w 1818383"/>
                  <a:gd name="csY10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818383" h="276999" extrusionOk="0">
                    <a:moveTo>
                      <a:pt x="0" y="0"/>
                    </a:moveTo>
                    <a:cubicBezTo>
                      <a:pt x="124489" y="-43799"/>
                      <a:pt x="336162" y="12144"/>
                      <a:pt x="436412" y="0"/>
                    </a:cubicBezTo>
                    <a:cubicBezTo>
                      <a:pt x="536662" y="-12144"/>
                      <a:pt x="721263" y="17419"/>
                      <a:pt x="836456" y="0"/>
                    </a:cubicBezTo>
                    <a:cubicBezTo>
                      <a:pt x="951649" y="-17419"/>
                      <a:pt x="1157580" y="3277"/>
                      <a:pt x="1327420" y="0"/>
                    </a:cubicBezTo>
                    <a:cubicBezTo>
                      <a:pt x="1497260" y="-3277"/>
                      <a:pt x="1621247" y="26097"/>
                      <a:pt x="1818383" y="0"/>
                    </a:cubicBezTo>
                    <a:cubicBezTo>
                      <a:pt x="1850262" y="125317"/>
                      <a:pt x="1803303" y="162129"/>
                      <a:pt x="1818383" y="276999"/>
                    </a:cubicBezTo>
                    <a:cubicBezTo>
                      <a:pt x="1656879" y="317767"/>
                      <a:pt x="1536354" y="231393"/>
                      <a:pt x="1400155" y="276999"/>
                    </a:cubicBezTo>
                    <a:cubicBezTo>
                      <a:pt x="1263956" y="322605"/>
                      <a:pt x="1177222" y="271370"/>
                      <a:pt x="981927" y="276999"/>
                    </a:cubicBezTo>
                    <a:cubicBezTo>
                      <a:pt x="786632" y="282628"/>
                      <a:pt x="623160" y="258204"/>
                      <a:pt x="490963" y="276999"/>
                    </a:cubicBezTo>
                    <a:cubicBezTo>
                      <a:pt x="358766" y="295794"/>
                      <a:pt x="200785" y="221268"/>
                      <a:pt x="0" y="276999"/>
                    </a:cubicBezTo>
                    <a:cubicBezTo>
                      <a:pt x="-29239" y="160037"/>
                      <a:pt x="32309" y="78132"/>
                      <a:pt x="0" y="0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tIns="0" bIns="0" rtlCol="0">
                <a:spAutoFit/>
              </a:bodyPr>
              <a:lstStyle/>
              <a:p>
                <a:r>
                  <a:rPr lang="en-US" dirty="0">
                    <a:ln>
                      <a:solidFill>
                        <a:schemeClr val="tx1"/>
                      </a:solidFill>
                    </a:ln>
                  </a:rPr>
                  <a:t>Classical Optics</a:t>
                </a:r>
              </a:p>
            </p:txBody>
          </p:sp>
        </p:grp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505C110-07DC-BBCD-12A5-D88C80AAB4FC}"/>
              </a:ext>
            </a:extLst>
          </p:cNvPr>
          <p:cNvSpPr txBox="1"/>
          <p:nvPr/>
        </p:nvSpPr>
        <p:spPr>
          <a:xfrm>
            <a:off x="314167" y="5019815"/>
            <a:ext cx="11470164" cy="92333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Photonics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science and technology of generating, controlling, and detecting photons (i.e., “particles” of light).</a:t>
            </a:r>
          </a:p>
          <a:p>
            <a:pPr>
              <a:spcBef>
                <a:spcPts val="0"/>
              </a:spcBef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Biophotonics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optics with an emphasis on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light with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biological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tissues</a:t>
            </a:r>
          </a:p>
          <a:p>
            <a:pPr>
              <a:spcBef>
                <a:spcPts val="0"/>
              </a:spcBef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Biomedical Optics: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and application of advanced optical techniques to solve problems in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medicine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biology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5743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Rectilinear Propagation">
            <a:extLst>
              <a:ext uri="{FF2B5EF4-FFF2-40B4-BE49-F238E27FC236}">
                <a16:creationId xmlns:a16="http://schemas.microsoft.com/office/drawing/2014/main" id="{CB0A71A1-4D16-D37C-148E-B80D25FE7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288" y="2206760"/>
            <a:ext cx="3909059" cy="1740834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2FF34B-3731-A72D-DB02-B86FCA8EE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4717A4-5726-FF85-68F5-8AA7CFBB889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B9FF6-E64E-2BC2-619D-378B6285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4</a:t>
            </a:fld>
            <a:endParaRPr lang="en-US"/>
          </a:p>
        </p:txBody>
      </p:sp>
      <p:pic>
        <p:nvPicPr>
          <p:cNvPr id="7174" name="Picture 6" descr="Refraction of Light">
            <a:extLst>
              <a:ext uri="{FF2B5EF4-FFF2-40B4-BE49-F238E27FC236}">
                <a16:creationId xmlns:a16="http://schemas.microsoft.com/office/drawing/2014/main" id="{D35FD6CF-D3CE-66CB-9AC4-EE9D70119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1430" y="4079095"/>
            <a:ext cx="3700917" cy="2294569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D85E21-C88D-C93E-BF0C-53AB50ACCCD6}"/>
              </a:ext>
            </a:extLst>
          </p:cNvPr>
          <p:cNvSpPr txBox="1"/>
          <p:nvPr/>
        </p:nvSpPr>
        <p:spPr>
          <a:xfrm>
            <a:off x="553491" y="622516"/>
            <a:ext cx="4090700" cy="92333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Rectilinear propagation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light rays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 of reflection,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(Euclid ~ 300 BC)  </a:t>
            </a:r>
          </a:p>
        </p:txBody>
      </p:sp>
      <p:pic>
        <p:nvPicPr>
          <p:cNvPr id="7170" name="Picture 2" descr="Rectilinear Propagation">
            <a:extLst>
              <a:ext uri="{FF2B5EF4-FFF2-40B4-BE49-F238E27FC236}">
                <a16:creationId xmlns:a16="http://schemas.microsoft.com/office/drawing/2014/main" id="{78A4B0D2-7F39-61E4-3261-B29FB6987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289" y="414214"/>
            <a:ext cx="3909059" cy="1673077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E6FBFE-2244-0372-9795-057C74374D00}"/>
              </a:ext>
            </a:extLst>
          </p:cNvPr>
          <p:cNvSpPr txBox="1"/>
          <p:nvPr/>
        </p:nvSpPr>
        <p:spPr>
          <a:xfrm>
            <a:off x="553491" y="2020349"/>
            <a:ext cx="2952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(Hero’s principle ~100 A.D.)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7B8803-A7F0-5C19-BE4F-79E418530284}"/>
              </a:ext>
            </a:extLst>
          </p:cNvPr>
          <p:cNvSpPr txBox="1"/>
          <p:nvPr/>
        </p:nvSpPr>
        <p:spPr>
          <a:xfrm>
            <a:off x="553491" y="2952341"/>
            <a:ext cx="3122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 of refraction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dates to Ptolemy (~170 A.D.)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E9A4FA-7E84-97FF-E3C0-D34F41E12A25}"/>
              </a:ext>
            </a:extLst>
          </p:cNvPr>
          <p:cNvSpPr txBox="1"/>
          <p:nvPr/>
        </p:nvSpPr>
        <p:spPr>
          <a:xfrm>
            <a:off x="4608098" y="7382"/>
            <a:ext cx="29918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Basis of geometrical optics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82186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5A227-3EC9-7D3B-E42A-3F12B633E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EB1303-5C60-E141-082E-C17E34692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8FD0E0-0126-D316-EB25-38FF8A2B042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74B88-13DF-4E38-A371-1D40C55CA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5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5AB952-A50C-4C10-49A7-8418190CA913}"/>
              </a:ext>
            </a:extLst>
          </p:cNvPr>
          <p:cNvGrpSpPr/>
          <p:nvPr/>
        </p:nvGrpSpPr>
        <p:grpSpPr>
          <a:xfrm>
            <a:off x="978001" y="1219200"/>
            <a:ext cx="4320000" cy="2160000"/>
            <a:chOff x="6772274" y="797998"/>
            <a:chExt cx="4320000" cy="2160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14500B5-E467-A14C-7318-683FFF4D37A2}"/>
                </a:ext>
              </a:extLst>
            </p:cNvPr>
            <p:cNvSpPr/>
            <p:nvPr/>
          </p:nvSpPr>
          <p:spPr>
            <a:xfrm>
              <a:off x="6772274" y="797998"/>
              <a:ext cx="4320000" cy="216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ACBFE450-D505-6022-0C57-90A2DB7943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6227" y="983083"/>
              <a:ext cx="1800000" cy="180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0" name="Picture 4">
              <a:extLst>
                <a:ext uri="{FF2B5EF4-FFF2-40B4-BE49-F238E27FC236}">
                  <a16:creationId xmlns:a16="http://schemas.microsoft.com/office/drawing/2014/main" id="{EAE6FD4D-3BF7-CC73-E99E-CCCCC4C52F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3572" y="962025"/>
              <a:ext cx="1800000" cy="180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BE0745-31E7-F2EA-740F-B295BC51F41B}"/>
                  </a:ext>
                </a:extLst>
              </p:cNvPr>
              <p:cNvSpPr txBox="1"/>
              <p:nvPr/>
            </p:nvSpPr>
            <p:spPr>
              <a:xfrm>
                <a:off x="1509226" y="3564285"/>
                <a:ext cx="3257550" cy="2473369"/>
              </a:xfrm>
              <a:custGeom>
                <a:avLst/>
                <a:gdLst>
                  <a:gd name="csX0" fmla="*/ 0 w 3257550"/>
                  <a:gd name="csY0" fmla="*/ 0 h 2473369"/>
                  <a:gd name="csX1" fmla="*/ 445199 w 3257550"/>
                  <a:gd name="csY1" fmla="*/ 0 h 2473369"/>
                  <a:gd name="csX2" fmla="*/ 922973 w 3257550"/>
                  <a:gd name="csY2" fmla="*/ 0 h 2473369"/>
                  <a:gd name="csX3" fmla="*/ 1433322 w 3257550"/>
                  <a:gd name="csY3" fmla="*/ 0 h 2473369"/>
                  <a:gd name="csX4" fmla="*/ 1976247 w 3257550"/>
                  <a:gd name="csY4" fmla="*/ 0 h 2473369"/>
                  <a:gd name="csX5" fmla="*/ 2421445 w 3257550"/>
                  <a:gd name="csY5" fmla="*/ 0 h 2473369"/>
                  <a:gd name="csX6" fmla="*/ 3257550 w 3257550"/>
                  <a:gd name="csY6" fmla="*/ 0 h 2473369"/>
                  <a:gd name="csX7" fmla="*/ 3257550 w 3257550"/>
                  <a:gd name="csY7" fmla="*/ 445206 h 2473369"/>
                  <a:gd name="csX8" fmla="*/ 3257550 w 3257550"/>
                  <a:gd name="csY8" fmla="*/ 915147 h 2473369"/>
                  <a:gd name="csX9" fmla="*/ 3257550 w 3257550"/>
                  <a:gd name="csY9" fmla="*/ 1360353 h 2473369"/>
                  <a:gd name="csX10" fmla="*/ 3257550 w 3257550"/>
                  <a:gd name="csY10" fmla="*/ 1780826 h 2473369"/>
                  <a:gd name="csX11" fmla="*/ 3257550 w 3257550"/>
                  <a:gd name="csY11" fmla="*/ 2473369 h 2473369"/>
                  <a:gd name="csX12" fmla="*/ 2812352 w 3257550"/>
                  <a:gd name="csY12" fmla="*/ 2473369 h 2473369"/>
                  <a:gd name="csX13" fmla="*/ 2236851 w 3257550"/>
                  <a:gd name="csY13" fmla="*/ 2473369 h 2473369"/>
                  <a:gd name="csX14" fmla="*/ 1759077 w 3257550"/>
                  <a:gd name="csY14" fmla="*/ 2473369 h 2473369"/>
                  <a:gd name="csX15" fmla="*/ 1281303 w 3257550"/>
                  <a:gd name="csY15" fmla="*/ 2473369 h 2473369"/>
                  <a:gd name="csX16" fmla="*/ 738378 w 3257550"/>
                  <a:gd name="csY16" fmla="*/ 2473369 h 2473369"/>
                  <a:gd name="csX17" fmla="*/ 0 w 3257550"/>
                  <a:gd name="csY17" fmla="*/ 2473369 h 2473369"/>
                  <a:gd name="csX18" fmla="*/ 0 w 3257550"/>
                  <a:gd name="csY18" fmla="*/ 2003429 h 2473369"/>
                  <a:gd name="csX19" fmla="*/ 0 w 3257550"/>
                  <a:gd name="csY19" fmla="*/ 1484021 h 2473369"/>
                  <a:gd name="csX20" fmla="*/ 0 w 3257550"/>
                  <a:gd name="csY20" fmla="*/ 989348 h 2473369"/>
                  <a:gd name="csX21" fmla="*/ 0 w 3257550"/>
                  <a:gd name="csY21" fmla="*/ 469940 h 2473369"/>
                  <a:gd name="csX22" fmla="*/ 0 w 3257550"/>
                  <a:gd name="csY22" fmla="*/ 0 h 24733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3257550" h="2473369" fill="none" extrusionOk="0">
                    <a:moveTo>
                      <a:pt x="0" y="0"/>
                    </a:moveTo>
                    <a:cubicBezTo>
                      <a:pt x="221106" y="-31944"/>
                      <a:pt x="315956" y="21435"/>
                      <a:pt x="445199" y="0"/>
                    </a:cubicBezTo>
                    <a:cubicBezTo>
                      <a:pt x="574442" y="-21435"/>
                      <a:pt x="707626" y="54649"/>
                      <a:pt x="922973" y="0"/>
                    </a:cubicBezTo>
                    <a:cubicBezTo>
                      <a:pt x="1138320" y="-54649"/>
                      <a:pt x="1211446" y="20231"/>
                      <a:pt x="1433322" y="0"/>
                    </a:cubicBezTo>
                    <a:cubicBezTo>
                      <a:pt x="1655198" y="-20231"/>
                      <a:pt x="1853389" y="20771"/>
                      <a:pt x="1976247" y="0"/>
                    </a:cubicBezTo>
                    <a:cubicBezTo>
                      <a:pt x="2099105" y="-20771"/>
                      <a:pt x="2241717" y="36758"/>
                      <a:pt x="2421445" y="0"/>
                    </a:cubicBezTo>
                    <a:cubicBezTo>
                      <a:pt x="2601173" y="-36758"/>
                      <a:pt x="3057799" y="68124"/>
                      <a:pt x="3257550" y="0"/>
                    </a:cubicBezTo>
                    <a:cubicBezTo>
                      <a:pt x="3296073" y="115047"/>
                      <a:pt x="3246427" y="228699"/>
                      <a:pt x="3257550" y="445206"/>
                    </a:cubicBezTo>
                    <a:cubicBezTo>
                      <a:pt x="3268673" y="661713"/>
                      <a:pt x="3222227" y="688528"/>
                      <a:pt x="3257550" y="915147"/>
                    </a:cubicBezTo>
                    <a:cubicBezTo>
                      <a:pt x="3292873" y="1141766"/>
                      <a:pt x="3206327" y="1243694"/>
                      <a:pt x="3257550" y="1360353"/>
                    </a:cubicBezTo>
                    <a:cubicBezTo>
                      <a:pt x="3308773" y="1477012"/>
                      <a:pt x="3213445" y="1585220"/>
                      <a:pt x="3257550" y="1780826"/>
                    </a:cubicBezTo>
                    <a:cubicBezTo>
                      <a:pt x="3301655" y="1976432"/>
                      <a:pt x="3203027" y="2269127"/>
                      <a:pt x="3257550" y="2473369"/>
                    </a:cubicBezTo>
                    <a:cubicBezTo>
                      <a:pt x="3058894" y="2505717"/>
                      <a:pt x="2963517" y="2423897"/>
                      <a:pt x="2812352" y="2473369"/>
                    </a:cubicBezTo>
                    <a:cubicBezTo>
                      <a:pt x="2661187" y="2522841"/>
                      <a:pt x="2376081" y="2469090"/>
                      <a:pt x="2236851" y="2473369"/>
                    </a:cubicBezTo>
                    <a:cubicBezTo>
                      <a:pt x="2097621" y="2477648"/>
                      <a:pt x="1857388" y="2428828"/>
                      <a:pt x="1759077" y="2473369"/>
                    </a:cubicBezTo>
                    <a:cubicBezTo>
                      <a:pt x="1660766" y="2517910"/>
                      <a:pt x="1463792" y="2435342"/>
                      <a:pt x="1281303" y="2473369"/>
                    </a:cubicBezTo>
                    <a:cubicBezTo>
                      <a:pt x="1098814" y="2511396"/>
                      <a:pt x="957059" y="2413557"/>
                      <a:pt x="738378" y="2473369"/>
                    </a:cubicBezTo>
                    <a:cubicBezTo>
                      <a:pt x="519697" y="2533181"/>
                      <a:pt x="241306" y="2453434"/>
                      <a:pt x="0" y="2473369"/>
                    </a:cubicBezTo>
                    <a:cubicBezTo>
                      <a:pt x="-21204" y="2325169"/>
                      <a:pt x="24632" y="2190448"/>
                      <a:pt x="0" y="2003429"/>
                    </a:cubicBezTo>
                    <a:cubicBezTo>
                      <a:pt x="-24632" y="1816410"/>
                      <a:pt x="18636" y="1632611"/>
                      <a:pt x="0" y="1484021"/>
                    </a:cubicBezTo>
                    <a:cubicBezTo>
                      <a:pt x="-18636" y="1335431"/>
                      <a:pt x="19552" y="1145765"/>
                      <a:pt x="0" y="989348"/>
                    </a:cubicBezTo>
                    <a:cubicBezTo>
                      <a:pt x="-19552" y="832931"/>
                      <a:pt x="61558" y="649169"/>
                      <a:pt x="0" y="469940"/>
                    </a:cubicBezTo>
                    <a:cubicBezTo>
                      <a:pt x="-61558" y="290711"/>
                      <a:pt x="15670" y="208675"/>
                      <a:pt x="0" y="0"/>
                    </a:cubicBezTo>
                    <a:close/>
                  </a:path>
                  <a:path w="3257550" h="2473369" stroke="0" extrusionOk="0">
                    <a:moveTo>
                      <a:pt x="0" y="0"/>
                    </a:moveTo>
                    <a:cubicBezTo>
                      <a:pt x="177850" y="-542"/>
                      <a:pt x="297617" y="34346"/>
                      <a:pt x="477774" y="0"/>
                    </a:cubicBezTo>
                    <a:cubicBezTo>
                      <a:pt x="657931" y="-34346"/>
                      <a:pt x="814832" y="9682"/>
                      <a:pt x="1020699" y="0"/>
                    </a:cubicBezTo>
                    <a:cubicBezTo>
                      <a:pt x="1226567" y="-9682"/>
                      <a:pt x="1374093" y="50481"/>
                      <a:pt x="1596200" y="0"/>
                    </a:cubicBezTo>
                    <a:cubicBezTo>
                      <a:pt x="1818307" y="-50481"/>
                      <a:pt x="2042973" y="2110"/>
                      <a:pt x="2171700" y="0"/>
                    </a:cubicBezTo>
                    <a:cubicBezTo>
                      <a:pt x="2300427" y="-2110"/>
                      <a:pt x="2493867" y="14819"/>
                      <a:pt x="2682049" y="0"/>
                    </a:cubicBezTo>
                    <a:cubicBezTo>
                      <a:pt x="2870231" y="-14819"/>
                      <a:pt x="2996187" y="34274"/>
                      <a:pt x="3257550" y="0"/>
                    </a:cubicBezTo>
                    <a:cubicBezTo>
                      <a:pt x="3305452" y="124428"/>
                      <a:pt x="3248050" y="307424"/>
                      <a:pt x="3257550" y="469940"/>
                    </a:cubicBezTo>
                    <a:cubicBezTo>
                      <a:pt x="3267050" y="632456"/>
                      <a:pt x="3246936" y="833132"/>
                      <a:pt x="3257550" y="964614"/>
                    </a:cubicBezTo>
                    <a:cubicBezTo>
                      <a:pt x="3268164" y="1096096"/>
                      <a:pt x="3252752" y="1226254"/>
                      <a:pt x="3257550" y="1434554"/>
                    </a:cubicBezTo>
                    <a:cubicBezTo>
                      <a:pt x="3262348" y="1642854"/>
                      <a:pt x="3229624" y="1792505"/>
                      <a:pt x="3257550" y="1929228"/>
                    </a:cubicBezTo>
                    <a:cubicBezTo>
                      <a:pt x="3285476" y="2065951"/>
                      <a:pt x="3240805" y="2275270"/>
                      <a:pt x="3257550" y="2473369"/>
                    </a:cubicBezTo>
                    <a:cubicBezTo>
                      <a:pt x="3066415" y="2496674"/>
                      <a:pt x="2888742" y="2437558"/>
                      <a:pt x="2682050" y="2473369"/>
                    </a:cubicBezTo>
                    <a:cubicBezTo>
                      <a:pt x="2475358" y="2509180"/>
                      <a:pt x="2445007" y="2423902"/>
                      <a:pt x="2236851" y="2473369"/>
                    </a:cubicBezTo>
                    <a:cubicBezTo>
                      <a:pt x="2028695" y="2522836"/>
                      <a:pt x="1963224" y="2451256"/>
                      <a:pt x="1726502" y="2473369"/>
                    </a:cubicBezTo>
                    <a:cubicBezTo>
                      <a:pt x="1489780" y="2495482"/>
                      <a:pt x="1269552" y="2428378"/>
                      <a:pt x="1151001" y="2473369"/>
                    </a:cubicBezTo>
                    <a:cubicBezTo>
                      <a:pt x="1032450" y="2518360"/>
                      <a:pt x="813763" y="2433065"/>
                      <a:pt x="673227" y="2473369"/>
                    </a:cubicBezTo>
                    <a:cubicBezTo>
                      <a:pt x="532691" y="2513673"/>
                      <a:pt x="297039" y="2453987"/>
                      <a:pt x="0" y="2473369"/>
                    </a:cubicBezTo>
                    <a:cubicBezTo>
                      <a:pt x="-52727" y="2360234"/>
                      <a:pt x="15151" y="2203671"/>
                      <a:pt x="0" y="1953962"/>
                    </a:cubicBezTo>
                    <a:cubicBezTo>
                      <a:pt x="-15151" y="1704253"/>
                      <a:pt x="10875" y="1606743"/>
                      <a:pt x="0" y="1508755"/>
                    </a:cubicBezTo>
                    <a:cubicBezTo>
                      <a:pt x="-10875" y="1410767"/>
                      <a:pt x="2525" y="1247532"/>
                      <a:pt x="0" y="1014081"/>
                    </a:cubicBezTo>
                    <a:cubicBezTo>
                      <a:pt x="-2525" y="780630"/>
                      <a:pt x="13887" y="753006"/>
                      <a:pt x="0" y="568875"/>
                    </a:cubicBezTo>
                    <a:cubicBezTo>
                      <a:pt x="-13887" y="384744"/>
                      <a:pt x="66541" y="251856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884265773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Electric field 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stationary electric charge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, </a:t>
                </a:r>
              </a:p>
              <a:p>
                <a:r>
                  <a:rPr lang="en-US" dirty="0"/>
                  <a:t>at distance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vacuum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=8.854187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(vacuum electric permittivity)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BE0745-31E7-F2EA-740F-B295BC51F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226" y="3564285"/>
                <a:ext cx="3257550" cy="24733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884265773">
                      <a:custGeom>
                        <a:avLst/>
                        <a:gdLst>
                          <a:gd name="csX0" fmla="*/ 0 w 3257550"/>
                          <a:gd name="csY0" fmla="*/ 0 h 2473369"/>
                          <a:gd name="csX1" fmla="*/ 445199 w 3257550"/>
                          <a:gd name="csY1" fmla="*/ 0 h 2473369"/>
                          <a:gd name="csX2" fmla="*/ 922973 w 3257550"/>
                          <a:gd name="csY2" fmla="*/ 0 h 2473369"/>
                          <a:gd name="csX3" fmla="*/ 1433322 w 3257550"/>
                          <a:gd name="csY3" fmla="*/ 0 h 2473369"/>
                          <a:gd name="csX4" fmla="*/ 1976247 w 3257550"/>
                          <a:gd name="csY4" fmla="*/ 0 h 2473369"/>
                          <a:gd name="csX5" fmla="*/ 2421445 w 3257550"/>
                          <a:gd name="csY5" fmla="*/ 0 h 2473369"/>
                          <a:gd name="csX6" fmla="*/ 3257550 w 3257550"/>
                          <a:gd name="csY6" fmla="*/ 0 h 2473369"/>
                          <a:gd name="csX7" fmla="*/ 3257550 w 3257550"/>
                          <a:gd name="csY7" fmla="*/ 445206 h 2473369"/>
                          <a:gd name="csX8" fmla="*/ 3257550 w 3257550"/>
                          <a:gd name="csY8" fmla="*/ 915147 h 2473369"/>
                          <a:gd name="csX9" fmla="*/ 3257550 w 3257550"/>
                          <a:gd name="csY9" fmla="*/ 1360353 h 2473369"/>
                          <a:gd name="csX10" fmla="*/ 3257550 w 3257550"/>
                          <a:gd name="csY10" fmla="*/ 1780826 h 2473369"/>
                          <a:gd name="csX11" fmla="*/ 3257550 w 3257550"/>
                          <a:gd name="csY11" fmla="*/ 2473369 h 2473369"/>
                          <a:gd name="csX12" fmla="*/ 2812352 w 3257550"/>
                          <a:gd name="csY12" fmla="*/ 2473369 h 2473369"/>
                          <a:gd name="csX13" fmla="*/ 2236851 w 3257550"/>
                          <a:gd name="csY13" fmla="*/ 2473369 h 2473369"/>
                          <a:gd name="csX14" fmla="*/ 1759077 w 3257550"/>
                          <a:gd name="csY14" fmla="*/ 2473369 h 2473369"/>
                          <a:gd name="csX15" fmla="*/ 1281303 w 3257550"/>
                          <a:gd name="csY15" fmla="*/ 2473369 h 2473369"/>
                          <a:gd name="csX16" fmla="*/ 738378 w 3257550"/>
                          <a:gd name="csY16" fmla="*/ 2473369 h 2473369"/>
                          <a:gd name="csX17" fmla="*/ 0 w 3257550"/>
                          <a:gd name="csY17" fmla="*/ 2473369 h 2473369"/>
                          <a:gd name="csX18" fmla="*/ 0 w 3257550"/>
                          <a:gd name="csY18" fmla="*/ 2003429 h 2473369"/>
                          <a:gd name="csX19" fmla="*/ 0 w 3257550"/>
                          <a:gd name="csY19" fmla="*/ 1484021 h 2473369"/>
                          <a:gd name="csX20" fmla="*/ 0 w 3257550"/>
                          <a:gd name="csY20" fmla="*/ 989348 h 2473369"/>
                          <a:gd name="csX21" fmla="*/ 0 w 3257550"/>
                          <a:gd name="csY21" fmla="*/ 469940 h 2473369"/>
                          <a:gd name="csX22" fmla="*/ 0 w 3257550"/>
                          <a:gd name="csY22" fmla="*/ 0 h 247336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</a:cxnLst>
                        <a:rect l="l" t="t" r="r" b="b"/>
                        <a:pathLst>
                          <a:path w="3257550" h="2473369" fill="none" extrusionOk="0">
                            <a:moveTo>
                              <a:pt x="0" y="0"/>
                            </a:moveTo>
                            <a:cubicBezTo>
                              <a:pt x="221106" y="-31944"/>
                              <a:pt x="315956" y="21435"/>
                              <a:pt x="445199" y="0"/>
                            </a:cubicBezTo>
                            <a:cubicBezTo>
                              <a:pt x="574442" y="-21435"/>
                              <a:pt x="707626" y="54649"/>
                              <a:pt x="922973" y="0"/>
                            </a:cubicBezTo>
                            <a:cubicBezTo>
                              <a:pt x="1138320" y="-54649"/>
                              <a:pt x="1211446" y="20231"/>
                              <a:pt x="1433322" y="0"/>
                            </a:cubicBezTo>
                            <a:cubicBezTo>
                              <a:pt x="1655198" y="-20231"/>
                              <a:pt x="1853389" y="20771"/>
                              <a:pt x="1976247" y="0"/>
                            </a:cubicBezTo>
                            <a:cubicBezTo>
                              <a:pt x="2099105" y="-20771"/>
                              <a:pt x="2241717" y="36758"/>
                              <a:pt x="2421445" y="0"/>
                            </a:cubicBezTo>
                            <a:cubicBezTo>
                              <a:pt x="2601173" y="-36758"/>
                              <a:pt x="3057799" y="68124"/>
                              <a:pt x="3257550" y="0"/>
                            </a:cubicBezTo>
                            <a:cubicBezTo>
                              <a:pt x="3296073" y="115047"/>
                              <a:pt x="3246427" y="228699"/>
                              <a:pt x="3257550" y="445206"/>
                            </a:cubicBezTo>
                            <a:cubicBezTo>
                              <a:pt x="3268673" y="661713"/>
                              <a:pt x="3222227" y="688528"/>
                              <a:pt x="3257550" y="915147"/>
                            </a:cubicBezTo>
                            <a:cubicBezTo>
                              <a:pt x="3292873" y="1141766"/>
                              <a:pt x="3206327" y="1243694"/>
                              <a:pt x="3257550" y="1360353"/>
                            </a:cubicBezTo>
                            <a:cubicBezTo>
                              <a:pt x="3308773" y="1477012"/>
                              <a:pt x="3213445" y="1585220"/>
                              <a:pt x="3257550" y="1780826"/>
                            </a:cubicBezTo>
                            <a:cubicBezTo>
                              <a:pt x="3301655" y="1976432"/>
                              <a:pt x="3203027" y="2269127"/>
                              <a:pt x="3257550" y="2473369"/>
                            </a:cubicBezTo>
                            <a:cubicBezTo>
                              <a:pt x="3058894" y="2505717"/>
                              <a:pt x="2963517" y="2423897"/>
                              <a:pt x="2812352" y="2473369"/>
                            </a:cubicBezTo>
                            <a:cubicBezTo>
                              <a:pt x="2661187" y="2522841"/>
                              <a:pt x="2376081" y="2469090"/>
                              <a:pt x="2236851" y="2473369"/>
                            </a:cubicBezTo>
                            <a:cubicBezTo>
                              <a:pt x="2097621" y="2477648"/>
                              <a:pt x="1857388" y="2428828"/>
                              <a:pt x="1759077" y="2473369"/>
                            </a:cubicBezTo>
                            <a:cubicBezTo>
                              <a:pt x="1660766" y="2517910"/>
                              <a:pt x="1463792" y="2435342"/>
                              <a:pt x="1281303" y="2473369"/>
                            </a:cubicBezTo>
                            <a:cubicBezTo>
                              <a:pt x="1098814" y="2511396"/>
                              <a:pt x="957059" y="2413557"/>
                              <a:pt x="738378" y="2473369"/>
                            </a:cubicBezTo>
                            <a:cubicBezTo>
                              <a:pt x="519697" y="2533181"/>
                              <a:pt x="241306" y="2453434"/>
                              <a:pt x="0" y="2473369"/>
                            </a:cubicBezTo>
                            <a:cubicBezTo>
                              <a:pt x="-21204" y="2325169"/>
                              <a:pt x="24632" y="2190448"/>
                              <a:pt x="0" y="2003429"/>
                            </a:cubicBezTo>
                            <a:cubicBezTo>
                              <a:pt x="-24632" y="1816410"/>
                              <a:pt x="18636" y="1632611"/>
                              <a:pt x="0" y="1484021"/>
                            </a:cubicBezTo>
                            <a:cubicBezTo>
                              <a:pt x="-18636" y="1335431"/>
                              <a:pt x="19552" y="1145765"/>
                              <a:pt x="0" y="989348"/>
                            </a:cubicBezTo>
                            <a:cubicBezTo>
                              <a:pt x="-19552" y="832931"/>
                              <a:pt x="61558" y="649169"/>
                              <a:pt x="0" y="469940"/>
                            </a:cubicBezTo>
                            <a:cubicBezTo>
                              <a:pt x="-61558" y="290711"/>
                              <a:pt x="15670" y="208675"/>
                              <a:pt x="0" y="0"/>
                            </a:cubicBezTo>
                            <a:close/>
                          </a:path>
                          <a:path w="3257550" h="2473369" stroke="0" extrusionOk="0">
                            <a:moveTo>
                              <a:pt x="0" y="0"/>
                            </a:moveTo>
                            <a:cubicBezTo>
                              <a:pt x="177850" y="-542"/>
                              <a:pt x="297617" y="34346"/>
                              <a:pt x="477774" y="0"/>
                            </a:cubicBezTo>
                            <a:cubicBezTo>
                              <a:pt x="657931" y="-34346"/>
                              <a:pt x="814832" y="9682"/>
                              <a:pt x="1020699" y="0"/>
                            </a:cubicBezTo>
                            <a:cubicBezTo>
                              <a:pt x="1226567" y="-9682"/>
                              <a:pt x="1374093" y="50481"/>
                              <a:pt x="1596200" y="0"/>
                            </a:cubicBezTo>
                            <a:cubicBezTo>
                              <a:pt x="1818307" y="-50481"/>
                              <a:pt x="2042973" y="2110"/>
                              <a:pt x="2171700" y="0"/>
                            </a:cubicBezTo>
                            <a:cubicBezTo>
                              <a:pt x="2300427" y="-2110"/>
                              <a:pt x="2493867" y="14819"/>
                              <a:pt x="2682049" y="0"/>
                            </a:cubicBezTo>
                            <a:cubicBezTo>
                              <a:pt x="2870231" y="-14819"/>
                              <a:pt x="2996187" y="34274"/>
                              <a:pt x="3257550" y="0"/>
                            </a:cubicBezTo>
                            <a:cubicBezTo>
                              <a:pt x="3305452" y="124428"/>
                              <a:pt x="3248050" y="307424"/>
                              <a:pt x="3257550" y="469940"/>
                            </a:cubicBezTo>
                            <a:cubicBezTo>
                              <a:pt x="3267050" y="632456"/>
                              <a:pt x="3246936" y="833132"/>
                              <a:pt x="3257550" y="964614"/>
                            </a:cubicBezTo>
                            <a:cubicBezTo>
                              <a:pt x="3268164" y="1096096"/>
                              <a:pt x="3252752" y="1226254"/>
                              <a:pt x="3257550" y="1434554"/>
                            </a:cubicBezTo>
                            <a:cubicBezTo>
                              <a:pt x="3262348" y="1642854"/>
                              <a:pt x="3229624" y="1792505"/>
                              <a:pt x="3257550" y="1929228"/>
                            </a:cubicBezTo>
                            <a:cubicBezTo>
                              <a:pt x="3285476" y="2065951"/>
                              <a:pt x="3240805" y="2275270"/>
                              <a:pt x="3257550" y="2473369"/>
                            </a:cubicBezTo>
                            <a:cubicBezTo>
                              <a:pt x="3066415" y="2496674"/>
                              <a:pt x="2888742" y="2437558"/>
                              <a:pt x="2682050" y="2473369"/>
                            </a:cubicBezTo>
                            <a:cubicBezTo>
                              <a:pt x="2475358" y="2509180"/>
                              <a:pt x="2445007" y="2423902"/>
                              <a:pt x="2236851" y="2473369"/>
                            </a:cubicBezTo>
                            <a:cubicBezTo>
                              <a:pt x="2028695" y="2522836"/>
                              <a:pt x="1963224" y="2451256"/>
                              <a:pt x="1726502" y="2473369"/>
                            </a:cubicBezTo>
                            <a:cubicBezTo>
                              <a:pt x="1489780" y="2495482"/>
                              <a:pt x="1269552" y="2428378"/>
                              <a:pt x="1151001" y="2473369"/>
                            </a:cubicBezTo>
                            <a:cubicBezTo>
                              <a:pt x="1032450" y="2518360"/>
                              <a:pt x="813763" y="2433065"/>
                              <a:pt x="673227" y="2473369"/>
                            </a:cubicBezTo>
                            <a:cubicBezTo>
                              <a:pt x="532691" y="2513673"/>
                              <a:pt x="297039" y="2453987"/>
                              <a:pt x="0" y="2473369"/>
                            </a:cubicBezTo>
                            <a:cubicBezTo>
                              <a:pt x="-52727" y="2360234"/>
                              <a:pt x="15151" y="2203671"/>
                              <a:pt x="0" y="1953962"/>
                            </a:cubicBezTo>
                            <a:cubicBezTo>
                              <a:pt x="-15151" y="1704253"/>
                              <a:pt x="10875" y="1606743"/>
                              <a:pt x="0" y="1508755"/>
                            </a:cubicBezTo>
                            <a:cubicBezTo>
                              <a:pt x="-10875" y="1410767"/>
                              <a:pt x="2525" y="1247532"/>
                              <a:pt x="0" y="1014081"/>
                            </a:cubicBezTo>
                            <a:cubicBezTo>
                              <a:pt x="-2525" y="780630"/>
                              <a:pt x="13887" y="753006"/>
                              <a:pt x="0" y="568875"/>
                            </a:cubicBezTo>
                            <a:cubicBezTo>
                              <a:pt x="-13887" y="384744"/>
                              <a:pt x="66541" y="251856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8866A62-F26C-DBE8-7384-6AA12299B85B}"/>
              </a:ext>
            </a:extLst>
          </p:cNvPr>
          <p:cNvGrpSpPr/>
          <p:nvPr/>
        </p:nvGrpSpPr>
        <p:grpSpPr>
          <a:xfrm>
            <a:off x="7075122" y="1219200"/>
            <a:ext cx="4320000" cy="2160000"/>
            <a:chOff x="820872" y="797998"/>
            <a:chExt cx="4320000" cy="2160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8C2840F-F3E0-2E27-6252-177CAF189603}"/>
                </a:ext>
              </a:extLst>
            </p:cNvPr>
            <p:cNvSpPr/>
            <p:nvPr/>
          </p:nvSpPr>
          <p:spPr>
            <a:xfrm>
              <a:off x="820872" y="797998"/>
              <a:ext cx="4320000" cy="216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04" name="Picture 8" descr="This figure demonstrates Biot-Savart Law. A current dI flows through a magnetic wire. A point P is located at the distance r from the wire. A vector r to the point P forms an angle theta with the wire. Magnetic field dB exists in the point P.">
              <a:extLst>
                <a:ext uri="{FF2B5EF4-FFF2-40B4-BE49-F238E27FC236}">
                  <a16:creationId xmlns:a16="http://schemas.microsoft.com/office/drawing/2014/main" id="{C3C8640F-F76D-5393-7360-F5E341A4E2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5449" y="907988"/>
              <a:ext cx="3924300" cy="19400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7868B01-A648-D2EE-249F-46F5BF9B69BC}"/>
                  </a:ext>
                </a:extLst>
              </p:cNvPr>
              <p:cNvSpPr txBox="1"/>
              <p:nvPr/>
            </p:nvSpPr>
            <p:spPr>
              <a:xfrm>
                <a:off x="7623074" y="3606441"/>
                <a:ext cx="3257550" cy="2452787"/>
              </a:xfrm>
              <a:custGeom>
                <a:avLst/>
                <a:gdLst>
                  <a:gd name="csX0" fmla="*/ 0 w 3257550"/>
                  <a:gd name="csY0" fmla="*/ 0 h 2452787"/>
                  <a:gd name="csX1" fmla="*/ 477774 w 3257550"/>
                  <a:gd name="csY1" fmla="*/ 0 h 2452787"/>
                  <a:gd name="csX2" fmla="*/ 955548 w 3257550"/>
                  <a:gd name="csY2" fmla="*/ 0 h 2452787"/>
                  <a:gd name="csX3" fmla="*/ 1563624 w 3257550"/>
                  <a:gd name="csY3" fmla="*/ 0 h 2452787"/>
                  <a:gd name="csX4" fmla="*/ 2139125 w 3257550"/>
                  <a:gd name="csY4" fmla="*/ 0 h 2452787"/>
                  <a:gd name="csX5" fmla="*/ 2584323 w 3257550"/>
                  <a:gd name="csY5" fmla="*/ 0 h 2452787"/>
                  <a:gd name="csX6" fmla="*/ 3257550 w 3257550"/>
                  <a:gd name="csY6" fmla="*/ 0 h 2452787"/>
                  <a:gd name="csX7" fmla="*/ 3257550 w 3257550"/>
                  <a:gd name="csY7" fmla="*/ 441502 h 2452787"/>
                  <a:gd name="csX8" fmla="*/ 3257550 w 3257550"/>
                  <a:gd name="csY8" fmla="*/ 858475 h 2452787"/>
                  <a:gd name="csX9" fmla="*/ 3257550 w 3257550"/>
                  <a:gd name="csY9" fmla="*/ 1299977 h 2452787"/>
                  <a:gd name="csX10" fmla="*/ 3257550 w 3257550"/>
                  <a:gd name="csY10" fmla="*/ 1790535 h 2452787"/>
                  <a:gd name="csX11" fmla="*/ 3257550 w 3257550"/>
                  <a:gd name="csY11" fmla="*/ 2452787 h 2452787"/>
                  <a:gd name="csX12" fmla="*/ 2812352 w 3257550"/>
                  <a:gd name="csY12" fmla="*/ 2452787 h 2452787"/>
                  <a:gd name="csX13" fmla="*/ 2367153 w 3257550"/>
                  <a:gd name="csY13" fmla="*/ 2452787 h 2452787"/>
                  <a:gd name="csX14" fmla="*/ 1856804 w 3257550"/>
                  <a:gd name="csY14" fmla="*/ 2452787 h 2452787"/>
                  <a:gd name="csX15" fmla="*/ 1346454 w 3257550"/>
                  <a:gd name="csY15" fmla="*/ 2452787 h 2452787"/>
                  <a:gd name="csX16" fmla="*/ 901256 w 3257550"/>
                  <a:gd name="csY16" fmla="*/ 2452787 h 2452787"/>
                  <a:gd name="csX17" fmla="*/ 0 w 3257550"/>
                  <a:gd name="csY17" fmla="*/ 2452787 h 2452787"/>
                  <a:gd name="csX18" fmla="*/ 0 w 3257550"/>
                  <a:gd name="csY18" fmla="*/ 1937702 h 2452787"/>
                  <a:gd name="csX19" fmla="*/ 0 w 3257550"/>
                  <a:gd name="csY19" fmla="*/ 1422616 h 2452787"/>
                  <a:gd name="csX20" fmla="*/ 0 w 3257550"/>
                  <a:gd name="csY20" fmla="*/ 956587 h 2452787"/>
                  <a:gd name="csX21" fmla="*/ 0 w 3257550"/>
                  <a:gd name="csY21" fmla="*/ 539613 h 2452787"/>
                  <a:gd name="csX22" fmla="*/ 0 w 3257550"/>
                  <a:gd name="csY22" fmla="*/ 0 h 24527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3257550" h="2452787" fill="none" extrusionOk="0">
                    <a:moveTo>
                      <a:pt x="0" y="0"/>
                    </a:moveTo>
                    <a:cubicBezTo>
                      <a:pt x="194378" y="-10717"/>
                      <a:pt x="293511" y="6155"/>
                      <a:pt x="477774" y="0"/>
                    </a:cubicBezTo>
                    <a:cubicBezTo>
                      <a:pt x="662037" y="-6155"/>
                      <a:pt x="850525" y="16547"/>
                      <a:pt x="955548" y="0"/>
                    </a:cubicBezTo>
                    <a:cubicBezTo>
                      <a:pt x="1060571" y="-16547"/>
                      <a:pt x="1376398" y="44235"/>
                      <a:pt x="1563624" y="0"/>
                    </a:cubicBezTo>
                    <a:cubicBezTo>
                      <a:pt x="1750850" y="-44235"/>
                      <a:pt x="1938887" y="58678"/>
                      <a:pt x="2139125" y="0"/>
                    </a:cubicBezTo>
                    <a:cubicBezTo>
                      <a:pt x="2339363" y="-58678"/>
                      <a:pt x="2405828" y="26357"/>
                      <a:pt x="2584323" y="0"/>
                    </a:cubicBezTo>
                    <a:cubicBezTo>
                      <a:pt x="2762818" y="-26357"/>
                      <a:pt x="3052489" y="29485"/>
                      <a:pt x="3257550" y="0"/>
                    </a:cubicBezTo>
                    <a:cubicBezTo>
                      <a:pt x="3310097" y="200616"/>
                      <a:pt x="3208005" y="272140"/>
                      <a:pt x="3257550" y="441502"/>
                    </a:cubicBezTo>
                    <a:cubicBezTo>
                      <a:pt x="3307095" y="610864"/>
                      <a:pt x="3215307" y="652017"/>
                      <a:pt x="3257550" y="858475"/>
                    </a:cubicBezTo>
                    <a:cubicBezTo>
                      <a:pt x="3299793" y="1064933"/>
                      <a:pt x="3238110" y="1211046"/>
                      <a:pt x="3257550" y="1299977"/>
                    </a:cubicBezTo>
                    <a:cubicBezTo>
                      <a:pt x="3276990" y="1388908"/>
                      <a:pt x="3215857" y="1678429"/>
                      <a:pt x="3257550" y="1790535"/>
                    </a:cubicBezTo>
                    <a:cubicBezTo>
                      <a:pt x="3299243" y="1902641"/>
                      <a:pt x="3208592" y="2278977"/>
                      <a:pt x="3257550" y="2452787"/>
                    </a:cubicBezTo>
                    <a:cubicBezTo>
                      <a:pt x="3128047" y="2456420"/>
                      <a:pt x="3002583" y="2430513"/>
                      <a:pt x="2812352" y="2452787"/>
                    </a:cubicBezTo>
                    <a:cubicBezTo>
                      <a:pt x="2622121" y="2475061"/>
                      <a:pt x="2472540" y="2449927"/>
                      <a:pt x="2367153" y="2452787"/>
                    </a:cubicBezTo>
                    <a:cubicBezTo>
                      <a:pt x="2261766" y="2455647"/>
                      <a:pt x="2028395" y="2449343"/>
                      <a:pt x="1856804" y="2452787"/>
                    </a:cubicBezTo>
                    <a:cubicBezTo>
                      <a:pt x="1685213" y="2456231"/>
                      <a:pt x="1591147" y="2421362"/>
                      <a:pt x="1346454" y="2452787"/>
                    </a:cubicBezTo>
                    <a:cubicBezTo>
                      <a:pt x="1101761" y="2484212"/>
                      <a:pt x="993951" y="2409112"/>
                      <a:pt x="901256" y="2452787"/>
                    </a:cubicBezTo>
                    <a:cubicBezTo>
                      <a:pt x="808561" y="2496462"/>
                      <a:pt x="242324" y="2395804"/>
                      <a:pt x="0" y="2452787"/>
                    </a:cubicBezTo>
                    <a:cubicBezTo>
                      <a:pt x="-59587" y="2337371"/>
                      <a:pt x="2405" y="2096962"/>
                      <a:pt x="0" y="1937702"/>
                    </a:cubicBezTo>
                    <a:cubicBezTo>
                      <a:pt x="-2405" y="1778443"/>
                      <a:pt x="39482" y="1569785"/>
                      <a:pt x="0" y="1422616"/>
                    </a:cubicBezTo>
                    <a:cubicBezTo>
                      <a:pt x="-39482" y="1275447"/>
                      <a:pt x="34965" y="1097349"/>
                      <a:pt x="0" y="956587"/>
                    </a:cubicBezTo>
                    <a:cubicBezTo>
                      <a:pt x="-34965" y="815825"/>
                      <a:pt x="33841" y="738810"/>
                      <a:pt x="0" y="539613"/>
                    </a:cubicBezTo>
                    <a:cubicBezTo>
                      <a:pt x="-33841" y="340416"/>
                      <a:pt x="42755" y="143896"/>
                      <a:pt x="0" y="0"/>
                    </a:cubicBezTo>
                    <a:close/>
                  </a:path>
                  <a:path w="3257550" h="2452787" stroke="0" extrusionOk="0">
                    <a:moveTo>
                      <a:pt x="0" y="0"/>
                    </a:moveTo>
                    <a:cubicBezTo>
                      <a:pt x="167853" y="-34190"/>
                      <a:pt x="250641" y="48001"/>
                      <a:pt x="445199" y="0"/>
                    </a:cubicBezTo>
                    <a:cubicBezTo>
                      <a:pt x="639757" y="-48001"/>
                      <a:pt x="789010" y="19400"/>
                      <a:pt x="890397" y="0"/>
                    </a:cubicBezTo>
                    <a:cubicBezTo>
                      <a:pt x="991784" y="-19400"/>
                      <a:pt x="1263511" y="66931"/>
                      <a:pt x="1465897" y="0"/>
                    </a:cubicBezTo>
                    <a:cubicBezTo>
                      <a:pt x="1668283" y="-66931"/>
                      <a:pt x="1896963" y="60940"/>
                      <a:pt x="2073973" y="0"/>
                    </a:cubicBezTo>
                    <a:cubicBezTo>
                      <a:pt x="2250983" y="-60940"/>
                      <a:pt x="2379959" y="34294"/>
                      <a:pt x="2584323" y="0"/>
                    </a:cubicBezTo>
                    <a:cubicBezTo>
                      <a:pt x="2788687" y="-34294"/>
                      <a:pt x="2979922" y="53224"/>
                      <a:pt x="3257550" y="0"/>
                    </a:cubicBezTo>
                    <a:cubicBezTo>
                      <a:pt x="3268749" y="212937"/>
                      <a:pt x="3234689" y="341792"/>
                      <a:pt x="3257550" y="466030"/>
                    </a:cubicBezTo>
                    <a:cubicBezTo>
                      <a:pt x="3280411" y="590268"/>
                      <a:pt x="3241103" y="818283"/>
                      <a:pt x="3257550" y="956587"/>
                    </a:cubicBezTo>
                    <a:cubicBezTo>
                      <a:pt x="3273997" y="1094891"/>
                      <a:pt x="3240636" y="1328766"/>
                      <a:pt x="3257550" y="1471672"/>
                    </a:cubicBezTo>
                    <a:cubicBezTo>
                      <a:pt x="3274464" y="1614579"/>
                      <a:pt x="3202819" y="1717179"/>
                      <a:pt x="3257550" y="1937702"/>
                    </a:cubicBezTo>
                    <a:cubicBezTo>
                      <a:pt x="3312281" y="2158225"/>
                      <a:pt x="3237603" y="2319997"/>
                      <a:pt x="3257550" y="2452787"/>
                    </a:cubicBezTo>
                    <a:cubicBezTo>
                      <a:pt x="3159768" y="2457487"/>
                      <a:pt x="2992475" y="2426928"/>
                      <a:pt x="2779776" y="2452787"/>
                    </a:cubicBezTo>
                    <a:cubicBezTo>
                      <a:pt x="2567077" y="2478646"/>
                      <a:pt x="2495649" y="2449287"/>
                      <a:pt x="2334578" y="2452787"/>
                    </a:cubicBezTo>
                    <a:cubicBezTo>
                      <a:pt x="2173507" y="2456287"/>
                      <a:pt x="1879018" y="2384290"/>
                      <a:pt x="1759077" y="2452787"/>
                    </a:cubicBezTo>
                    <a:cubicBezTo>
                      <a:pt x="1639136" y="2521284"/>
                      <a:pt x="1411787" y="2409094"/>
                      <a:pt x="1281303" y="2452787"/>
                    </a:cubicBezTo>
                    <a:cubicBezTo>
                      <a:pt x="1150819" y="2496480"/>
                      <a:pt x="826731" y="2415796"/>
                      <a:pt x="705803" y="2452787"/>
                    </a:cubicBezTo>
                    <a:cubicBezTo>
                      <a:pt x="584875" y="2489778"/>
                      <a:pt x="143597" y="2370338"/>
                      <a:pt x="0" y="2452787"/>
                    </a:cubicBezTo>
                    <a:cubicBezTo>
                      <a:pt x="-12189" y="2215164"/>
                      <a:pt x="32154" y="2153751"/>
                      <a:pt x="0" y="1937702"/>
                    </a:cubicBezTo>
                    <a:cubicBezTo>
                      <a:pt x="-32154" y="1721654"/>
                      <a:pt x="44814" y="1635225"/>
                      <a:pt x="0" y="1496200"/>
                    </a:cubicBezTo>
                    <a:cubicBezTo>
                      <a:pt x="-44814" y="1357175"/>
                      <a:pt x="25076" y="1203664"/>
                      <a:pt x="0" y="1079226"/>
                    </a:cubicBezTo>
                    <a:cubicBezTo>
                      <a:pt x="-25076" y="954788"/>
                      <a:pt x="42716" y="793252"/>
                      <a:pt x="0" y="613197"/>
                    </a:cubicBezTo>
                    <a:cubicBezTo>
                      <a:pt x="-42716" y="433142"/>
                      <a:pt x="8836" y="186878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708221476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𝑖𝑟𝑒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𝜄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Magnetic field 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wire carrying current</a:t>
                </a:r>
                <a:r>
                  <a:rPr lang="en-US" dirty="0"/>
                  <a:t> I,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position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vacuum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−7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(vacuum magnetic permeability)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7868B01-A648-D2EE-249F-46F5BF9B6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074" y="3606441"/>
                <a:ext cx="3257550" cy="24527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708221476">
                      <a:custGeom>
                        <a:avLst/>
                        <a:gdLst>
                          <a:gd name="csX0" fmla="*/ 0 w 3257550"/>
                          <a:gd name="csY0" fmla="*/ 0 h 2452787"/>
                          <a:gd name="csX1" fmla="*/ 477774 w 3257550"/>
                          <a:gd name="csY1" fmla="*/ 0 h 2452787"/>
                          <a:gd name="csX2" fmla="*/ 955548 w 3257550"/>
                          <a:gd name="csY2" fmla="*/ 0 h 2452787"/>
                          <a:gd name="csX3" fmla="*/ 1563624 w 3257550"/>
                          <a:gd name="csY3" fmla="*/ 0 h 2452787"/>
                          <a:gd name="csX4" fmla="*/ 2139125 w 3257550"/>
                          <a:gd name="csY4" fmla="*/ 0 h 2452787"/>
                          <a:gd name="csX5" fmla="*/ 2584323 w 3257550"/>
                          <a:gd name="csY5" fmla="*/ 0 h 2452787"/>
                          <a:gd name="csX6" fmla="*/ 3257550 w 3257550"/>
                          <a:gd name="csY6" fmla="*/ 0 h 2452787"/>
                          <a:gd name="csX7" fmla="*/ 3257550 w 3257550"/>
                          <a:gd name="csY7" fmla="*/ 441502 h 2452787"/>
                          <a:gd name="csX8" fmla="*/ 3257550 w 3257550"/>
                          <a:gd name="csY8" fmla="*/ 858475 h 2452787"/>
                          <a:gd name="csX9" fmla="*/ 3257550 w 3257550"/>
                          <a:gd name="csY9" fmla="*/ 1299977 h 2452787"/>
                          <a:gd name="csX10" fmla="*/ 3257550 w 3257550"/>
                          <a:gd name="csY10" fmla="*/ 1790535 h 2452787"/>
                          <a:gd name="csX11" fmla="*/ 3257550 w 3257550"/>
                          <a:gd name="csY11" fmla="*/ 2452787 h 2452787"/>
                          <a:gd name="csX12" fmla="*/ 2812352 w 3257550"/>
                          <a:gd name="csY12" fmla="*/ 2452787 h 2452787"/>
                          <a:gd name="csX13" fmla="*/ 2367153 w 3257550"/>
                          <a:gd name="csY13" fmla="*/ 2452787 h 2452787"/>
                          <a:gd name="csX14" fmla="*/ 1856804 w 3257550"/>
                          <a:gd name="csY14" fmla="*/ 2452787 h 2452787"/>
                          <a:gd name="csX15" fmla="*/ 1346454 w 3257550"/>
                          <a:gd name="csY15" fmla="*/ 2452787 h 2452787"/>
                          <a:gd name="csX16" fmla="*/ 901256 w 3257550"/>
                          <a:gd name="csY16" fmla="*/ 2452787 h 2452787"/>
                          <a:gd name="csX17" fmla="*/ 0 w 3257550"/>
                          <a:gd name="csY17" fmla="*/ 2452787 h 2452787"/>
                          <a:gd name="csX18" fmla="*/ 0 w 3257550"/>
                          <a:gd name="csY18" fmla="*/ 1937702 h 2452787"/>
                          <a:gd name="csX19" fmla="*/ 0 w 3257550"/>
                          <a:gd name="csY19" fmla="*/ 1422616 h 2452787"/>
                          <a:gd name="csX20" fmla="*/ 0 w 3257550"/>
                          <a:gd name="csY20" fmla="*/ 956587 h 2452787"/>
                          <a:gd name="csX21" fmla="*/ 0 w 3257550"/>
                          <a:gd name="csY21" fmla="*/ 539613 h 2452787"/>
                          <a:gd name="csX22" fmla="*/ 0 w 3257550"/>
                          <a:gd name="csY22" fmla="*/ 0 h 2452787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</a:cxnLst>
                        <a:rect l="l" t="t" r="r" b="b"/>
                        <a:pathLst>
                          <a:path w="3257550" h="2452787" fill="none" extrusionOk="0">
                            <a:moveTo>
                              <a:pt x="0" y="0"/>
                            </a:moveTo>
                            <a:cubicBezTo>
                              <a:pt x="194378" y="-10717"/>
                              <a:pt x="293511" y="6155"/>
                              <a:pt x="477774" y="0"/>
                            </a:cubicBezTo>
                            <a:cubicBezTo>
                              <a:pt x="662037" y="-6155"/>
                              <a:pt x="850525" y="16547"/>
                              <a:pt x="955548" y="0"/>
                            </a:cubicBezTo>
                            <a:cubicBezTo>
                              <a:pt x="1060571" y="-16547"/>
                              <a:pt x="1376398" y="44235"/>
                              <a:pt x="1563624" y="0"/>
                            </a:cubicBezTo>
                            <a:cubicBezTo>
                              <a:pt x="1750850" y="-44235"/>
                              <a:pt x="1938887" y="58678"/>
                              <a:pt x="2139125" y="0"/>
                            </a:cubicBezTo>
                            <a:cubicBezTo>
                              <a:pt x="2339363" y="-58678"/>
                              <a:pt x="2405828" y="26357"/>
                              <a:pt x="2584323" y="0"/>
                            </a:cubicBezTo>
                            <a:cubicBezTo>
                              <a:pt x="2762818" y="-26357"/>
                              <a:pt x="3052489" y="29485"/>
                              <a:pt x="3257550" y="0"/>
                            </a:cubicBezTo>
                            <a:cubicBezTo>
                              <a:pt x="3310097" y="200616"/>
                              <a:pt x="3208005" y="272140"/>
                              <a:pt x="3257550" y="441502"/>
                            </a:cubicBezTo>
                            <a:cubicBezTo>
                              <a:pt x="3307095" y="610864"/>
                              <a:pt x="3215307" y="652017"/>
                              <a:pt x="3257550" y="858475"/>
                            </a:cubicBezTo>
                            <a:cubicBezTo>
                              <a:pt x="3299793" y="1064933"/>
                              <a:pt x="3238110" y="1211046"/>
                              <a:pt x="3257550" y="1299977"/>
                            </a:cubicBezTo>
                            <a:cubicBezTo>
                              <a:pt x="3276990" y="1388908"/>
                              <a:pt x="3215857" y="1678429"/>
                              <a:pt x="3257550" y="1790535"/>
                            </a:cubicBezTo>
                            <a:cubicBezTo>
                              <a:pt x="3299243" y="1902641"/>
                              <a:pt x="3208592" y="2278977"/>
                              <a:pt x="3257550" y="2452787"/>
                            </a:cubicBezTo>
                            <a:cubicBezTo>
                              <a:pt x="3128047" y="2456420"/>
                              <a:pt x="3002583" y="2430513"/>
                              <a:pt x="2812352" y="2452787"/>
                            </a:cubicBezTo>
                            <a:cubicBezTo>
                              <a:pt x="2622121" y="2475061"/>
                              <a:pt x="2472540" y="2449927"/>
                              <a:pt x="2367153" y="2452787"/>
                            </a:cubicBezTo>
                            <a:cubicBezTo>
                              <a:pt x="2261766" y="2455647"/>
                              <a:pt x="2028395" y="2449343"/>
                              <a:pt x="1856804" y="2452787"/>
                            </a:cubicBezTo>
                            <a:cubicBezTo>
                              <a:pt x="1685213" y="2456231"/>
                              <a:pt x="1591147" y="2421362"/>
                              <a:pt x="1346454" y="2452787"/>
                            </a:cubicBezTo>
                            <a:cubicBezTo>
                              <a:pt x="1101761" y="2484212"/>
                              <a:pt x="993951" y="2409112"/>
                              <a:pt x="901256" y="2452787"/>
                            </a:cubicBezTo>
                            <a:cubicBezTo>
                              <a:pt x="808561" y="2496462"/>
                              <a:pt x="242324" y="2395804"/>
                              <a:pt x="0" y="2452787"/>
                            </a:cubicBezTo>
                            <a:cubicBezTo>
                              <a:pt x="-59587" y="2337371"/>
                              <a:pt x="2405" y="2096962"/>
                              <a:pt x="0" y="1937702"/>
                            </a:cubicBezTo>
                            <a:cubicBezTo>
                              <a:pt x="-2405" y="1778443"/>
                              <a:pt x="39482" y="1569785"/>
                              <a:pt x="0" y="1422616"/>
                            </a:cubicBezTo>
                            <a:cubicBezTo>
                              <a:pt x="-39482" y="1275447"/>
                              <a:pt x="34965" y="1097349"/>
                              <a:pt x="0" y="956587"/>
                            </a:cubicBezTo>
                            <a:cubicBezTo>
                              <a:pt x="-34965" y="815825"/>
                              <a:pt x="33841" y="738810"/>
                              <a:pt x="0" y="539613"/>
                            </a:cubicBezTo>
                            <a:cubicBezTo>
                              <a:pt x="-33841" y="340416"/>
                              <a:pt x="42755" y="143896"/>
                              <a:pt x="0" y="0"/>
                            </a:cubicBezTo>
                            <a:close/>
                          </a:path>
                          <a:path w="3257550" h="2452787" stroke="0" extrusionOk="0">
                            <a:moveTo>
                              <a:pt x="0" y="0"/>
                            </a:moveTo>
                            <a:cubicBezTo>
                              <a:pt x="167853" y="-34190"/>
                              <a:pt x="250641" y="48001"/>
                              <a:pt x="445199" y="0"/>
                            </a:cubicBezTo>
                            <a:cubicBezTo>
                              <a:pt x="639757" y="-48001"/>
                              <a:pt x="789010" y="19400"/>
                              <a:pt x="890397" y="0"/>
                            </a:cubicBezTo>
                            <a:cubicBezTo>
                              <a:pt x="991784" y="-19400"/>
                              <a:pt x="1263511" y="66931"/>
                              <a:pt x="1465897" y="0"/>
                            </a:cubicBezTo>
                            <a:cubicBezTo>
                              <a:pt x="1668283" y="-66931"/>
                              <a:pt x="1896963" y="60940"/>
                              <a:pt x="2073973" y="0"/>
                            </a:cubicBezTo>
                            <a:cubicBezTo>
                              <a:pt x="2250983" y="-60940"/>
                              <a:pt x="2379959" y="34294"/>
                              <a:pt x="2584323" y="0"/>
                            </a:cubicBezTo>
                            <a:cubicBezTo>
                              <a:pt x="2788687" y="-34294"/>
                              <a:pt x="2979922" y="53224"/>
                              <a:pt x="3257550" y="0"/>
                            </a:cubicBezTo>
                            <a:cubicBezTo>
                              <a:pt x="3268749" y="212937"/>
                              <a:pt x="3234689" y="341792"/>
                              <a:pt x="3257550" y="466030"/>
                            </a:cubicBezTo>
                            <a:cubicBezTo>
                              <a:pt x="3280411" y="590268"/>
                              <a:pt x="3241103" y="818283"/>
                              <a:pt x="3257550" y="956587"/>
                            </a:cubicBezTo>
                            <a:cubicBezTo>
                              <a:pt x="3273997" y="1094891"/>
                              <a:pt x="3240636" y="1328766"/>
                              <a:pt x="3257550" y="1471672"/>
                            </a:cubicBezTo>
                            <a:cubicBezTo>
                              <a:pt x="3274464" y="1614579"/>
                              <a:pt x="3202819" y="1717179"/>
                              <a:pt x="3257550" y="1937702"/>
                            </a:cubicBezTo>
                            <a:cubicBezTo>
                              <a:pt x="3312281" y="2158225"/>
                              <a:pt x="3237603" y="2319997"/>
                              <a:pt x="3257550" y="2452787"/>
                            </a:cubicBezTo>
                            <a:cubicBezTo>
                              <a:pt x="3159768" y="2457487"/>
                              <a:pt x="2992475" y="2426928"/>
                              <a:pt x="2779776" y="2452787"/>
                            </a:cubicBezTo>
                            <a:cubicBezTo>
                              <a:pt x="2567077" y="2478646"/>
                              <a:pt x="2495649" y="2449287"/>
                              <a:pt x="2334578" y="2452787"/>
                            </a:cubicBezTo>
                            <a:cubicBezTo>
                              <a:pt x="2173507" y="2456287"/>
                              <a:pt x="1879018" y="2384290"/>
                              <a:pt x="1759077" y="2452787"/>
                            </a:cubicBezTo>
                            <a:cubicBezTo>
                              <a:pt x="1639136" y="2521284"/>
                              <a:pt x="1411787" y="2409094"/>
                              <a:pt x="1281303" y="2452787"/>
                            </a:cubicBezTo>
                            <a:cubicBezTo>
                              <a:pt x="1150819" y="2496480"/>
                              <a:pt x="826731" y="2415796"/>
                              <a:pt x="705803" y="2452787"/>
                            </a:cubicBezTo>
                            <a:cubicBezTo>
                              <a:pt x="584875" y="2489778"/>
                              <a:pt x="143597" y="2370338"/>
                              <a:pt x="0" y="2452787"/>
                            </a:cubicBezTo>
                            <a:cubicBezTo>
                              <a:pt x="-12189" y="2215164"/>
                              <a:pt x="32154" y="2153751"/>
                              <a:pt x="0" y="1937702"/>
                            </a:cubicBezTo>
                            <a:cubicBezTo>
                              <a:pt x="-32154" y="1721654"/>
                              <a:pt x="44814" y="1635225"/>
                              <a:pt x="0" y="1496200"/>
                            </a:cubicBezTo>
                            <a:cubicBezTo>
                              <a:pt x="-44814" y="1357175"/>
                              <a:pt x="25076" y="1203664"/>
                              <a:pt x="0" y="1079226"/>
                            </a:cubicBezTo>
                            <a:cubicBezTo>
                              <a:pt x="-25076" y="954788"/>
                              <a:pt x="42716" y="793252"/>
                              <a:pt x="0" y="613197"/>
                            </a:cubicBezTo>
                            <a:cubicBezTo>
                              <a:pt x="-42716" y="433142"/>
                              <a:pt x="8836" y="186878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C5691F8-3281-709F-F4F0-5565F0C742F7}"/>
              </a:ext>
            </a:extLst>
          </p:cNvPr>
          <p:cNvSpPr txBox="1"/>
          <p:nvPr/>
        </p:nvSpPr>
        <p:spPr>
          <a:xfrm>
            <a:off x="4469732" y="0"/>
            <a:ext cx="3276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and magnetic fields</a:t>
            </a:r>
          </a:p>
        </p:txBody>
      </p:sp>
    </p:spTree>
    <p:extLst>
      <p:ext uri="{BB962C8B-B14F-4D97-AF65-F5344CB8AC3E}">
        <p14:creationId xmlns:p14="http://schemas.microsoft.com/office/powerpoint/2010/main" val="4001031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C5FEB-B7D4-E7D1-744C-F24DA0FDF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774EED-C6C9-38F4-3C4F-9B0483372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28AC36-0621-3969-EA14-D4E374828FA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CB495-9325-89F5-6C51-B9D90169A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F07277-5B42-710B-23E1-5E5A14079F77}"/>
                  </a:ext>
                </a:extLst>
              </p:cNvPr>
              <p:cNvSpPr txBox="1"/>
              <p:nvPr/>
            </p:nvSpPr>
            <p:spPr>
              <a:xfrm>
                <a:off x="490116" y="3512883"/>
                <a:ext cx="4375998" cy="2769091"/>
              </a:xfrm>
              <a:custGeom>
                <a:avLst/>
                <a:gdLst>
                  <a:gd name="csX0" fmla="*/ 0 w 4375998"/>
                  <a:gd name="csY0" fmla="*/ 0 h 2769091"/>
                  <a:gd name="csX1" fmla="*/ 590760 w 4375998"/>
                  <a:gd name="csY1" fmla="*/ 0 h 2769091"/>
                  <a:gd name="csX2" fmla="*/ 1006480 w 4375998"/>
                  <a:gd name="csY2" fmla="*/ 0 h 2769091"/>
                  <a:gd name="csX3" fmla="*/ 1509719 w 4375998"/>
                  <a:gd name="csY3" fmla="*/ 0 h 2769091"/>
                  <a:gd name="csX4" fmla="*/ 2144239 w 4375998"/>
                  <a:gd name="csY4" fmla="*/ 0 h 2769091"/>
                  <a:gd name="csX5" fmla="*/ 2691239 w 4375998"/>
                  <a:gd name="csY5" fmla="*/ 0 h 2769091"/>
                  <a:gd name="csX6" fmla="*/ 3281999 w 4375998"/>
                  <a:gd name="csY6" fmla="*/ 0 h 2769091"/>
                  <a:gd name="csX7" fmla="*/ 3785238 w 4375998"/>
                  <a:gd name="csY7" fmla="*/ 0 h 2769091"/>
                  <a:gd name="csX8" fmla="*/ 4375998 w 4375998"/>
                  <a:gd name="csY8" fmla="*/ 0 h 2769091"/>
                  <a:gd name="csX9" fmla="*/ 4375998 w 4375998"/>
                  <a:gd name="csY9" fmla="*/ 609200 h 2769091"/>
                  <a:gd name="csX10" fmla="*/ 4375998 w 4375998"/>
                  <a:gd name="csY10" fmla="*/ 1107636 h 2769091"/>
                  <a:gd name="csX11" fmla="*/ 4375998 w 4375998"/>
                  <a:gd name="csY11" fmla="*/ 1578382 h 2769091"/>
                  <a:gd name="csX12" fmla="*/ 4375998 w 4375998"/>
                  <a:gd name="csY12" fmla="*/ 2076818 h 2769091"/>
                  <a:gd name="csX13" fmla="*/ 4375998 w 4375998"/>
                  <a:gd name="csY13" fmla="*/ 2769091 h 2769091"/>
                  <a:gd name="csX14" fmla="*/ 3828998 w 4375998"/>
                  <a:gd name="csY14" fmla="*/ 2769091 h 2769091"/>
                  <a:gd name="csX15" fmla="*/ 3281999 w 4375998"/>
                  <a:gd name="csY15" fmla="*/ 2769091 h 2769091"/>
                  <a:gd name="csX16" fmla="*/ 2822519 w 4375998"/>
                  <a:gd name="csY16" fmla="*/ 2769091 h 2769091"/>
                  <a:gd name="csX17" fmla="*/ 2275519 w 4375998"/>
                  <a:gd name="csY17" fmla="*/ 2769091 h 2769091"/>
                  <a:gd name="csX18" fmla="*/ 1728519 w 4375998"/>
                  <a:gd name="csY18" fmla="*/ 2769091 h 2769091"/>
                  <a:gd name="csX19" fmla="*/ 1181519 w 4375998"/>
                  <a:gd name="csY19" fmla="*/ 2769091 h 2769091"/>
                  <a:gd name="csX20" fmla="*/ 634520 w 4375998"/>
                  <a:gd name="csY20" fmla="*/ 2769091 h 2769091"/>
                  <a:gd name="csX21" fmla="*/ 0 w 4375998"/>
                  <a:gd name="csY21" fmla="*/ 2769091 h 2769091"/>
                  <a:gd name="csX22" fmla="*/ 0 w 4375998"/>
                  <a:gd name="csY22" fmla="*/ 2187582 h 2769091"/>
                  <a:gd name="csX23" fmla="*/ 0 w 4375998"/>
                  <a:gd name="csY23" fmla="*/ 1606073 h 2769091"/>
                  <a:gd name="csX24" fmla="*/ 0 w 4375998"/>
                  <a:gd name="csY24" fmla="*/ 1024564 h 2769091"/>
                  <a:gd name="csX25" fmla="*/ 0 w 4375998"/>
                  <a:gd name="csY25" fmla="*/ 0 h 27690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4375998" h="2769091" fill="none" extrusionOk="0">
                    <a:moveTo>
                      <a:pt x="0" y="0"/>
                    </a:moveTo>
                    <a:cubicBezTo>
                      <a:pt x="265914" y="-41881"/>
                      <a:pt x="351851" y="1061"/>
                      <a:pt x="590760" y="0"/>
                    </a:cubicBezTo>
                    <a:cubicBezTo>
                      <a:pt x="829669" y="-1061"/>
                      <a:pt x="851579" y="47276"/>
                      <a:pt x="1006480" y="0"/>
                    </a:cubicBezTo>
                    <a:cubicBezTo>
                      <a:pt x="1161381" y="-47276"/>
                      <a:pt x="1375355" y="50684"/>
                      <a:pt x="1509719" y="0"/>
                    </a:cubicBezTo>
                    <a:cubicBezTo>
                      <a:pt x="1644083" y="-50684"/>
                      <a:pt x="2008665" y="12448"/>
                      <a:pt x="2144239" y="0"/>
                    </a:cubicBezTo>
                    <a:cubicBezTo>
                      <a:pt x="2279813" y="-12448"/>
                      <a:pt x="2492810" y="58588"/>
                      <a:pt x="2691239" y="0"/>
                    </a:cubicBezTo>
                    <a:cubicBezTo>
                      <a:pt x="2889668" y="-58588"/>
                      <a:pt x="3100555" y="18650"/>
                      <a:pt x="3281999" y="0"/>
                    </a:cubicBezTo>
                    <a:cubicBezTo>
                      <a:pt x="3463443" y="-18650"/>
                      <a:pt x="3603157" y="210"/>
                      <a:pt x="3785238" y="0"/>
                    </a:cubicBezTo>
                    <a:cubicBezTo>
                      <a:pt x="3967319" y="-210"/>
                      <a:pt x="4248119" y="48636"/>
                      <a:pt x="4375998" y="0"/>
                    </a:cubicBezTo>
                    <a:cubicBezTo>
                      <a:pt x="4409996" y="220024"/>
                      <a:pt x="4355269" y="463581"/>
                      <a:pt x="4375998" y="609200"/>
                    </a:cubicBezTo>
                    <a:cubicBezTo>
                      <a:pt x="4396727" y="754819"/>
                      <a:pt x="4341995" y="888736"/>
                      <a:pt x="4375998" y="1107636"/>
                    </a:cubicBezTo>
                    <a:cubicBezTo>
                      <a:pt x="4410001" y="1326536"/>
                      <a:pt x="4335053" y="1439537"/>
                      <a:pt x="4375998" y="1578382"/>
                    </a:cubicBezTo>
                    <a:cubicBezTo>
                      <a:pt x="4416943" y="1717227"/>
                      <a:pt x="4361224" y="1976271"/>
                      <a:pt x="4375998" y="2076818"/>
                    </a:cubicBezTo>
                    <a:cubicBezTo>
                      <a:pt x="4390772" y="2177365"/>
                      <a:pt x="4302471" y="2598482"/>
                      <a:pt x="4375998" y="2769091"/>
                    </a:cubicBezTo>
                    <a:cubicBezTo>
                      <a:pt x="4169391" y="2778475"/>
                      <a:pt x="3956797" y="2750383"/>
                      <a:pt x="3828998" y="2769091"/>
                    </a:cubicBezTo>
                    <a:cubicBezTo>
                      <a:pt x="3701199" y="2787799"/>
                      <a:pt x="3508086" y="2722871"/>
                      <a:pt x="3281999" y="2769091"/>
                    </a:cubicBezTo>
                    <a:cubicBezTo>
                      <a:pt x="3055912" y="2815311"/>
                      <a:pt x="2982100" y="2756187"/>
                      <a:pt x="2822519" y="2769091"/>
                    </a:cubicBezTo>
                    <a:cubicBezTo>
                      <a:pt x="2662938" y="2781995"/>
                      <a:pt x="2488985" y="2723623"/>
                      <a:pt x="2275519" y="2769091"/>
                    </a:cubicBezTo>
                    <a:cubicBezTo>
                      <a:pt x="2062053" y="2814559"/>
                      <a:pt x="1961383" y="2755366"/>
                      <a:pt x="1728519" y="2769091"/>
                    </a:cubicBezTo>
                    <a:cubicBezTo>
                      <a:pt x="1495655" y="2782816"/>
                      <a:pt x="1436339" y="2766848"/>
                      <a:pt x="1181519" y="2769091"/>
                    </a:cubicBezTo>
                    <a:cubicBezTo>
                      <a:pt x="926699" y="2771334"/>
                      <a:pt x="878036" y="2751040"/>
                      <a:pt x="634520" y="2769091"/>
                    </a:cubicBezTo>
                    <a:cubicBezTo>
                      <a:pt x="391004" y="2787142"/>
                      <a:pt x="257717" y="2764588"/>
                      <a:pt x="0" y="2769091"/>
                    </a:cubicBezTo>
                    <a:cubicBezTo>
                      <a:pt x="-13092" y="2632703"/>
                      <a:pt x="14651" y="2364818"/>
                      <a:pt x="0" y="2187582"/>
                    </a:cubicBezTo>
                    <a:cubicBezTo>
                      <a:pt x="-14651" y="2010346"/>
                      <a:pt x="44005" y="1864636"/>
                      <a:pt x="0" y="1606073"/>
                    </a:cubicBezTo>
                    <a:cubicBezTo>
                      <a:pt x="-44005" y="1347510"/>
                      <a:pt x="4061" y="1216938"/>
                      <a:pt x="0" y="1024564"/>
                    </a:cubicBezTo>
                    <a:cubicBezTo>
                      <a:pt x="-4061" y="832190"/>
                      <a:pt x="59844" y="227570"/>
                      <a:pt x="0" y="0"/>
                    </a:cubicBezTo>
                    <a:close/>
                  </a:path>
                  <a:path w="4375998" h="2769091" stroke="0" extrusionOk="0">
                    <a:moveTo>
                      <a:pt x="0" y="0"/>
                    </a:moveTo>
                    <a:cubicBezTo>
                      <a:pt x="208421" y="-52525"/>
                      <a:pt x="318045" y="43710"/>
                      <a:pt x="503240" y="0"/>
                    </a:cubicBezTo>
                    <a:cubicBezTo>
                      <a:pt x="688435" y="-43710"/>
                      <a:pt x="712838" y="32590"/>
                      <a:pt x="918960" y="0"/>
                    </a:cubicBezTo>
                    <a:cubicBezTo>
                      <a:pt x="1125082" y="-32590"/>
                      <a:pt x="1293395" y="4583"/>
                      <a:pt x="1553479" y="0"/>
                    </a:cubicBezTo>
                    <a:cubicBezTo>
                      <a:pt x="1813563" y="-4583"/>
                      <a:pt x="1885843" y="995"/>
                      <a:pt x="2056719" y="0"/>
                    </a:cubicBezTo>
                    <a:cubicBezTo>
                      <a:pt x="2227595" y="-995"/>
                      <a:pt x="2353514" y="54505"/>
                      <a:pt x="2559959" y="0"/>
                    </a:cubicBezTo>
                    <a:cubicBezTo>
                      <a:pt x="2766404" y="-54505"/>
                      <a:pt x="3028363" y="32196"/>
                      <a:pt x="3194479" y="0"/>
                    </a:cubicBezTo>
                    <a:cubicBezTo>
                      <a:pt x="3360595" y="-32196"/>
                      <a:pt x="3455033" y="41971"/>
                      <a:pt x="3653958" y="0"/>
                    </a:cubicBezTo>
                    <a:cubicBezTo>
                      <a:pt x="3852883" y="-41971"/>
                      <a:pt x="4226055" y="20967"/>
                      <a:pt x="4375998" y="0"/>
                    </a:cubicBezTo>
                    <a:cubicBezTo>
                      <a:pt x="4428137" y="153707"/>
                      <a:pt x="4370754" y="439838"/>
                      <a:pt x="4375998" y="609200"/>
                    </a:cubicBezTo>
                    <a:cubicBezTo>
                      <a:pt x="4381242" y="778562"/>
                      <a:pt x="4349216" y="947858"/>
                      <a:pt x="4375998" y="1107636"/>
                    </a:cubicBezTo>
                    <a:cubicBezTo>
                      <a:pt x="4402780" y="1267414"/>
                      <a:pt x="4311423" y="1429656"/>
                      <a:pt x="4375998" y="1661455"/>
                    </a:cubicBezTo>
                    <a:cubicBezTo>
                      <a:pt x="4440573" y="1893254"/>
                      <a:pt x="4337655" y="2091591"/>
                      <a:pt x="4375998" y="2242964"/>
                    </a:cubicBezTo>
                    <a:cubicBezTo>
                      <a:pt x="4414341" y="2394337"/>
                      <a:pt x="4346643" y="2591076"/>
                      <a:pt x="4375998" y="2769091"/>
                    </a:cubicBezTo>
                    <a:cubicBezTo>
                      <a:pt x="4104658" y="2810372"/>
                      <a:pt x="4066332" y="2717450"/>
                      <a:pt x="3828998" y="2769091"/>
                    </a:cubicBezTo>
                    <a:cubicBezTo>
                      <a:pt x="3591664" y="2820732"/>
                      <a:pt x="3514358" y="2748258"/>
                      <a:pt x="3369518" y="2769091"/>
                    </a:cubicBezTo>
                    <a:cubicBezTo>
                      <a:pt x="3224678" y="2789924"/>
                      <a:pt x="2997362" y="2719127"/>
                      <a:pt x="2822519" y="2769091"/>
                    </a:cubicBezTo>
                    <a:cubicBezTo>
                      <a:pt x="2647676" y="2819055"/>
                      <a:pt x="2477038" y="2743840"/>
                      <a:pt x="2187999" y="2769091"/>
                    </a:cubicBezTo>
                    <a:cubicBezTo>
                      <a:pt x="1898960" y="2794342"/>
                      <a:pt x="1844509" y="2712361"/>
                      <a:pt x="1640999" y="2769091"/>
                    </a:cubicBezTo>
                    <a:cubicBezTo>
                      <a:pt x="1437489" y="2825821"/>
                      <a:pt x="1365071" y="2726765"/>
                      <a:pt x="1225279" y="2769091"/>
                    </a:cubicBezTo>
                    <a:cubicBezTo>
                      <a:pt x="1085487" y="2811417"/>
                      <a:pt x="986009" y="2723720"/>
                      <a:pt x="765800" y="2769091"/>
                    </a:cubicBezTo>
                    <a:cubicBezTo>
                      <a:pt x="545591" y="2814462"/>
                      <a:pt x="320484" y="2763419"/>
                      <a:pt x="0" y="2769091"/>
                    </a:cubicBezTo>
                    <a:cubicBezTo>
                      <a:pt x="-54193" y="2508904"/>
                      <a:pt x="37224" y="2342513"/>
                      <a:pt x="0" y="2215273"/>
                    </a:cubicBezTo>
                    <a:cubicBezTo>
                      <a:pt x="-37224" y="2088033"/>
                      <a:pt x="15883" y="1814222"/>
                      <a:pt x="0" y="1661455"/>
                    </a:cubicBezTo>
                    <a:cubicBezTo>
                      <a:pt x="-15883" y="1508688"/>
                      <a:pt x="4407" y="1245905"/>
                      <a:pt x="0" y="1135327"/>
                    </a:cubicBezTo>
                    <a:cubicBezTo>
                      <a:pt x="-4407" y="1024749"/>
                      <a:pt x="27258" y="793431"/>
                      <a:pt x="0" y="664582"/>
                    </a:cubicBezTo>
                    <a:cubicBezTo>
                      <a:pt x="-27258" y="535733"/>
                      <a:pt x="70990" y="215270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>
                <a:spAutoFit/>
              </a:bodyPr>
              <a:lstStyle/>
              <a:p>
                <a:pPr marL="72000" algn="ctr"/>
                <a:endParaRPr lang="en-US" sz="1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2000"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Vector Wave Equation</a:t>
                </a:r>
              </a:p>
              <a:p>
                <a:pPr marL="72000"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(second-order linear PDE)</a:t>
                </a:r>
              </a:p>
              <a:p>
                <a:pPr marL="72000" algn="ctr"/>
                <a:endParaRPr lang="en-US" sz="1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2000" algn="ctr"/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sz="14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sz="14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acc>
                          <m:accPr>
                            <m:chr m:val="⃗"/>
                            <m:ctrlP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num>
                      <m:den>
                        <m:sSup>
                          <m:s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4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1400" dirty="0"/>
                  <a:t> </a:t>
                </a:r>
              </a:p>
              <a:p>
                <a:pPr marL="72000" algn="ctr"/>
                <a:endParaRPr lang="en-US" sz="1400" dirty="0"/>
              </a:p>
              <a:p>
                <a:pPr marL="72000"/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sup>
                    </m:sSup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400" dirty="0"/>
                  <a:t>  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speed of light in </a:t>
                </a:r>
                <a:r>
                  <a:rPr lang="en-US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vacuum</a:t>
                </a:r>
              </a:p>
              <a:p>
                <a:pPr marL="72000"/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speed of light in </a:t>
                </a:r>
                <a:r>
                  <a:rPr lang="en-US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medium</a:t>
                </a:r>
              </a:p>
              <a:p>
                <a:pPr marL="72000"/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𝜇𝜖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refractive index</a:t>
                </a:r>
              </a:p>
              <a:p>
                <a:pPr marL="72000" algn="ctr"/>
                <a:endParaRPr lang="en-US" sz="1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F07277-5B42-710B-23E1-5E5A14079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16" y="3512883"/>
                <a:ext cx="4375998" cy="27690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4375998"/>
                          <a:gd name="csY0" fmla="*/ 0 h 2769091"/>
                          <a:gd name="csX1" fmla="*/ 590760 w 4375998"/>
                          <a:gd name="csY1" fmla="*/ 0 h 2769091"/>
                          <a:gd name="csX2" fmla="*/ 1006480 w 4375998"/>
                          <a:gd name="csY2" fmla="*/ 0 h 2769091"/>
                          <a:gd name="csX3" fmla="*/ 1509719 w 4375998"/>
                          <a:gd name="csY3" fmla="*/ 0 h 2769091"/>
                          <a:gd name="csX4" fmla="*/ 2144239 w 4375998"/>
                          <a:gd name="csY4" fmla="*/ 0 h 2769091"/>
                          <a:gd name="csX5" fmla="*/ 2691239 w 4375998"/>
                          <a:gd name="csY5" fmla="*/ 0 h 2769091"/>
                          <a:gd name="csX6" fmla="*/ 3281999 w 4375998"/>
                          <a:gd name="csY6" fmla="*/ 0 h 2769091"/>
                          <a:gd name="csX7" fmla="*/ 3785238 w 4375998"/>
                          <a:gd name="csY7" fmla="*/ 0 h 2769091"/>
                          <a:gd name="csX8" fmla="*/ 4375998 w 4375998"/>
                          <a:gd name="csY8" fmla="*/ 0 h 2769091"/>
                          <a:gd name="csX9" fmla="*/ 4375998 w 4375998"/>
                          <a:gd name="csY9" fmla="*/ 609200 h 2769091"/>
                          <a:gd name="csX10" fmla="*/ 4375998 w 4375998"/>
                          <a:gd name="csY10" fmla="*/ 1107636 h 2769091"/>
                          <a:gd name="csX11" fmla="*/ 4375998 w 4375998"/>
                          <a:gd name="csY11" fmla="*/ 1578382 h 2769091"/>
                          <a:gd name="csX12" fmla="*/ 4375998 w 4375998"/>
                          <a:gd name="csY12" fmla="*/ 2076818 h 2769091"/>
                          <a:gd name="csX13" fmla="*/ 4375998 w 4375998"/>
                          <a:gd name="csY13" fmla="*/ 2769091 h 2769091"/>
                          <a:gd name="csX14" fmla="*/ 3828998 w 4375998"/>
                          <a:gd name="csY14" fmla="*/ 2769091 h 2769091"/>
                          <a:gd name="csX15" fmla="*/ 3281999 w 4375998"/>
                          <a:gd name="csY15" fmla="*/ 2769091 h 2769091"/>
                          <a:gd name="csX16" fmla="*/ 2822519 w 4375998"/>
                          <a:gd name="csY16" fmla="*/ 2769091 h 2769091"/>
                          <a:gd name="csX17" fmla="*/ 2275519 w 4375998"/>
                          <a:gd name="csY17" fmla="*/ 2769091 h 2769091"/>
                          <a:gd name="csX18" fmla="*/ 1728519 w 4375998"/>
                          <a:gd name="csY18" fmla="*/ 2769091 h 2769091"/>
                          <a:gd name="csX19" fmla="*/ 1181519 w 4375998"/>
                          <a:gd name="csY19" fmla="*/ 2769091 h 2769091"/>
                          <a:gd name="csX20" fmla="*/ 634520 w 4375998"/>
                          <a:gd name="csY20" fmla="*/ 2769091 h 2769091"/>
                          <a:gd name="csX21" fmla="*/ 0 w 4375998"/>
                          <a:gd name="csY21" fmla="*/ 2769091 h 2769091"/>
                          <a:gd name="csX22" fmla="*/ 0 w 4375998"/>
                          <a:gd name="csY22" fmla="*/ 2187582 h 2769091"/>
                          <a:gd name="csX23" fmla="*/ 0 w 4375998"/>
                          <a:gd name="csY23" fmla="*/ 1606073 h 2769091"/>
                          <a:gd name="csX24" fmla="*/ 0 w 4375998"/>
                          <a:gd name="csY24" fmla="*/ 1024564 h 2769091"/>
                          <a:gd name="csX25" fmla="*/ 0 w 4375998"/>
                          <a:gd name="csY25" fmla="*/ 0 h 2769091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  <a:cxn ang="0">
                            <a:pos x="csX23" y="csY23"/>
                          </a:cxn>
                          <a:cxn ang="0">
                            <a:pos x="csX24" y="csY24"/>
                          </a:cxn>
                          <a:cxn ang="0">
                            <a:pos x="csX25" y="csY25"/>
                          </a:cxn>
                        </a:cxnLst>
                        <a:rect l="l" t="t" r="r" b="b"/>
                        <a:pathLst>
                          <a:path w="4375998" h="2769091" fill="none" extrusionOk="0">
                            <a:moveTo>
                              <a:pt x="0" y="0"/>
                            </a:moveTo>
                            <a:cubicBezTo>
                              <a:pt x="265914" y="-41881"/>
                              <a:pt x="351851" y="1061"/>
                              <a:pt x="590760" y="0"/>
                            </a:cubicBezTo>
                            <a:cubicBezTo>
                              <a:pt x="829669" y="-1061"/>
                              <a:pt x="851579" y="47276"/>
                              <a:pt x="1006480" y="0"/>
                            </a:cubicBezTo>
                            <a:cubicBezTo>
                              <a:pt x="1161381" y="-47276"/>
                              <a:pt x="1375355" y="50684"/>
                              <a:pt x="1509719" y="0"/>
                            </a:cubicBezTo>
                            <a:cubicBezTo>
                              <a:pt x="1644083" y="-50684"/>
                              <a:pt x="2008665" y="12448"/>
                              <a:pt x="2144239" y="0"/>
                            </a:cubicBezTo>
                            <a:cubicBezTo>
                              <a:pt x="2279813" y="-12448"/>
                              <a:pt x="2492810" y="58588"/>
                              <a:pt x="2691239" y="0"/>
                            </a:cubicBezTo>
                            <a:cubicBezTo>
                              <a:pt x="2889668" y="-58588"/>
                              <a:pt x="3100555" y="18650"/>
                              <a:pt x="3281999" y="0"/>
                            </a:cubicBezTo>
                            <a:cubicBezTo>
                              <a:pt x="3463443" y="-18650"/>
                              <a:pt x="3603157" y="210"/>
                              <a:pt x="3785238" y="0"/>
                            </a:cubicBezTo>
                            <a:cubicBezTo>
                              <a:pt x="3967319" y="-210"/>
                              <a:pt x="4248119" y="48636"/>
                              <a:pt x="4375998" y="0"/>
                            </a:cubicBezTo>
                            <a:cubicBezTo>
                              <a:pt x="4409996" y="220024"/>
                              <a:pt x="4355269" y="463581"/>
                              <a:pt x="4375998" y="609200"/>
                            </a:cubicBezTo>
                            <a:cubicBezTo>
                              <a:pt x="4396727" y="754819"/>
                              <a:pt x="4341995" y="888736"/>
                              <a:pt x="4375998" y="1107636"/>
                            </a:cubicBezTo>
                            <a:cubicBezTo>
                              <a:pt x="4410001" y="1326536"/>
                              <a:pt x="4335053" y="1439537"/>
                              <a:pt x="4375998" y="1578382"/>
                            </a:cubicBezTo>
                            <a:cubicBezTo>
                              <a:pt x="4416943" y="1717227"/>
                              <a:pt x="4361224" y="1976271"/>
                              <a:pt x="4375998" y="2076818"/>
                            </a:cubicBezTo>
                            <a:cubicBezTo>
                              <a:pt x="4390772" y="2177365"/>
                              <a:pt x="4302471" y="2598482"/>
                              <a:pt x="4375998" y="2769091"/>
                            </a:cubicBezTo>
                            <a:cubicBezTo>
                              <a:pt x="4169391" y="2778475"/>
                              <a:pt x="3956797" y="2750383"/>
                              <a:pt x="3828998" y="2769091"/>
                            </a:cubicBezTo>
                            <a:cubicBezTo>
                              <a:pt x="3701199" y="2787799"/>
                              <a:pt x="3508086" y="2722871"/>
                              <a:pt x="3281999" y="2769091"/>
                            </a:cubicBezTo>
                            <a:cubicBezTo>
                              <a:pt x="3055912" y="2815311"/>
                              <a:pt x="2982100" y="2756187"/>
                              <a:pt x="2822519" y="2769091"/>
                            </a:cubicBezTo>
                            <a:cubicBezTo>
                              <a:pt x="2662938" y="2781995"/>
                              <a:pt x="2488985" y="2723623"/>
                              <a:pt x="2275519" y="2769091"/>
                            </a:cubicBezTo>
                            <a:cubicBezTo>
                              <a:pt x="2062053" y="2814559"/>
                              <a:pt x="1961383" y="2755366"/>
                              <a:pt x="1728519" y="2769091"/>
                            </a:cubicBezTo>
                            <a:cubicBezTo>
                              <a:pt x="1495655" y="2782816"/>
                              <a:pt x="1436339" y="2766848"/>
                              <a:pt x="1181519" y="2769091"/>
                            </a:cubicBezTo>
                            <a:cubicBezTo>
                              <a:pt x="926699" y="2771334"/>
                              <a:pt x="878036" y="2751040"/>
                              <a:pt x="634520" y="2769091"/>
                            </a:cubicBezTo>
                            <a:cubicBezTo>
                              <a:pt x="391004" y="2787142"/>
                              <a:pt x="257717" y="2764588"/>
                              <a:pt x="0" y="2769091"/>
                            </a:cubicBezTo>
                            <a:cubicBezTo>
                              <a:pt x="-13092" y="2632703"/>
                              <a:pt x="14651" y="2364818"/>
                              <a:pt x="0" y="2187582"/>
                            </a:cubicBezTo>
                            <a:cubicBezTo>
                              <a:pt x="-14651" y="2010346"/>
                              <a:pt x="44005" y="1864636"/>
                              <a:pt x="0" y="1606073"/>
                            </a:cubicBezTo>
                            <a:cubicBezTo>
                              <a:pt x="-44005" y="1347510"/>
                              <a:pt x="4061" y="1216938"/>
                              <a:pt x="0" y="1024564"/>
                            </a:cubicBezTo>
                            <a:cubicBezTo>
                              <a:pt x="-4061" y="832190"/>
                              <a:pt x="59844" y="227570"/>
                              <a:pt x="0" y="0"/>
                            </a:cubicBezTo>
                            <a:close/>
                          </a:path>
                          <a:path w="4375998" h="2769091" stroke="0" extrusionOk="0">
                            <a:moveTo>
                              <a:pt x="0" y="0"/>
                            </a:moveTo>
                            <a:cubicBezTo>
                              <a:pt x="208421" y="-52525"/>
                              <a:pt x="318045" y="43710"/>
                              <a:pt x="503240" y="0"/>
                            </a:cubicBezTo>
                            <a:cubicBezTo>
                              <a:pt x="688435" y="-43710"/>
                              <a:pt x="712838" y="32590"/>
                              <a:pt x="918960" y="0"/>
                            </a:cubicBezTo>
                            <a:cubicBezTo>
                              <a:pt x="1125082" y="-32590"/>
                              <a:pt x="1293395" y="4583"/>
                              <a:pt x="1553479" y="0"/>
                            </a:cubicBezTo>
                            <a:cubicBezTo>
                              <a:pt x="1813563" y="-4583"/>
                              <a:pt x="1885843" y="995"/>
                              <a:pt x="2056719" y="0"/>
                            </a:cubicBezTo>
                            <a:cubicBezTo>
                              <a:pt x="2227595" y="-995"/>
                              <a:pt x="2353514" y="54505"/>
                              <a:pt x="2559959" y="0"/>
                            </a:cubicBezTo>
                            <a:cubicBezTo>
                              <a:pt x="2766404" y="-54505"/>
                              <a:pt x="3028363" y="32196"/>
                              <a:pt x="3194479" y="0"/>
                            </a:cubicBezTo>
                            <a:cubicBezTo>
                              <a:pt x="3360595" y="-32196"/>
                              <a:pt x="3455033" y="41971"/>
                              <a:pt x="3653958" y="0"/>
                            </a:cubicBezTo>
                            <a:cubicBezTo>
                              <a:pt x="3852883" y="-41971"/>
                              <a:pt x="4226055" y="20967"/>
                              <a:pt x="4375998" y="0"/>
                            </a:cubicBezTo>
                            <a:cubicBezTo>
                              <a:pt x="4428137" y="153707"/>
                              <a:pt x="4370754" y="439838"/>
                              <a:pt x="4375998" y="609200"/>
                            </a:cubicBezTo>
                            <a:cubicBezTo>
                              <a:pt x="4381242" y="778562"/>
                              <a:pt x="4349216" y="947858"/>
                              <a:pt x="4375998" y="1107636"/>
                            </a:cubicBezTo>
                            <a:cubicBezTo>
                              <a:pt x="4402780" y="1267414"/>
                              <a:pt x="4311423" y="1429656"/>
                              <a:pt x="4375998" y="1661455"/>
                            </a:cubicBezTo>
                            <a:cubicBezTo>
                              <a:pt x="4440573" y="1893254"/>
                              <a:pt x="4337655" y="2091591"/>
                              <a:pt x="4375998" y="2242964"/>
                            </a:cubicBezTo>
                            <a:cubicBezTo>
                              <a:pt x="4414341" y="2394337"/>
                              <a:pt x="4346643" y="2591076"/>
                              <a:pt x="4375998" y="2769091"/>
                            </a:cubicBezTo>
                            <a:cubicBezTo>
                              <a:pt x="4104658" y="2810372"/>
                              <a:pt x="4066332" y="2717450"/>
                              <a:pt x="3828998" y="2769091"/>
                            </a:cubicBezTo>
                            <a:cubicBezTo>
                              <a:pt x="3591664" y="2820732"/>
                              <a:pt x="3514358" y="2748258"/>
                              <a:pt x="3369518" y="2769091"/>
                            </a:cubicBezTo>
                            <a:cubicBezTo>
                              <a:pt x="3224678" y="2789924"/>
                              <a:pt x="2997362" y="2719127"/>
                              <a:pt x="2822519" y="2769091"/>
                            </a:cubicBezTo>
                            <a:cubicBezTo>
                              <a:pt x="2647676" y="2819055"/>
                              <a:pt x="2477038" y="2743840"/>
                              <a:pt x="2187999" y="2769091"/>
                            </a:cubicBezTo>
                            <a:cubicBezTo>
                              <a:pt x="1898960" y="2794342"/>
                              <a:pt x="1844509" y="2712361"/>
                              <a:pt x="1640999" y="2769091"/>
                            </a:cubicBezTo>
                            <a:cubicBezTo>
                              <a:pt x="1437489" y="2825821"/>
                              <a:pt x="1365071" y="2726765"/>
                              <a:pt x="1225279" y="2769091"/>
                            </a:cubicBezTo>
                            <a:cubicBezTo>
                              <a:pt x="1085487" y="2811417"/>
                              <a:pt x="986009" y="2723720"/>
                              <a:pt x="765800" y="2769091"/>
                            </a:cubicBezTo>
                            <a:cubicBezTo>
                              <a:pt x="545591" y="2814462"/>
                              <a:pt x="320484" y="2763419"/>
                              <a:pt x="0" y="2769091"/>
                            </a:cubicBezTo>
                            <a:cubicBezTo>
                              <a:pt x="-54193" y="2508904"/>
                              <a:pt x="37224" y="2342513"/>
                              <a:pt x="0" y="2215273"/>
                            </a:cubicBezTo>
                            <a:cubicBezTo>
                              <a:pt x="-37224" y="2088033"/>
                              <a:pt x="15883" y="1814222"/>
                              <a:pt x="0" y="1661455"/>
                            </a:cubicBezTo>
                            <a:cubicBezTo>
                              <a:pt x="-15883" y="1508688"/>
                              <a:pt x="4407" y="1245905"/>
                              <a:pt x="0" y="1135327"/>
                            </a:cubicBezTo>
                            <a:cubicBezTo>
                              <a:pt x="-4407" y="1024749"/>
                              <a:pt x="27258" y="793431"/>
                              <a:pt x="0" y="664582"/>
                            </a:cubicBezTo>
                            <a:cubicBezTo>
                              <a:pt x="-27258" y="535733"/>
                              <a:pt x="70990" y="215270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585ABB-2408-7DB4-7CFE-30E29AA6172E}"/>
                  </a:ext>
                </a:extLst>
              </p:cNvPr>
              <p:cNvSpPr txBox="1"/>
              <p:nvPr/>
            </p:nvSpPr>
            <p:spPr>
              <a:xfrm>
                <a:off x="5996200" y="3918888"/>
                <a:ext cx="5847397" cy="2251963"/>
              </a:xfrm>
              <a:custGeom>
                <a:avLst/>
                <a:gdLst>
                  <a:gd name="csX0" fmla="*/ 0 w 5847397"/>
                  <a:gd name="csY0" fmla="*/ 0 h 2251963"/>
                  <a:gd name="csX1" fmla="*/ 643214 w 5847397"/>
                  <a:gd name="csY1" fmla="*/ 0 h 2251963"/>
                  <a:gd name="csX2" fmla="*/ 1286427 w 5847397"/>
                  <a:gd name="csY2" fmla="*/ 0 h 2251963"/>
                  <a:gd name="csX3" fmla="*/ 1871167 w 5847397"/>
                  <a:gd name="csY3" fmla="*/ 0 h 2251963"/>
                  <a:gd name="csX4" fmla="*/ 2338959 w 5847397"/>
                  <a:gd name="csY4" fmla="*/ 0 h 2251963"/>
                  <a:gd name="csX5" fmla="*/ 2748277 w 5847397"/>
                  <a:gd name="csY5" fmla="*/ 0 h 2251963"/>
                  <a:gd name="csX6" fmla="*/ 3274542 w 5847397"/>
                  <a:gd name="csY6" fmla="*/ 0 h 2251963"/>
                  <a:gd name="csX7" fmla="*/ 3742334 w 5847397"/>
                  <a:gd name="csY7" fmla="*/ 0 h 2251963"/>
                  <a:gd name="csX8" fmla="*/ 4210126 w 5847397"/>
                  <a:gd name="csY8" fmla="*/ 0 h 2251963"/>
                  <a:gd name="csX9" fmla="*/ 4853340 w 5847397"/>
                  <a:gd name="csY9" fmla="*/ 0 h 2251963"/>
                  <a:gd name="csX10" fmla="*/ 5847397 w 5847397"/>
                  <a:gd name="csY10" fmla="*/ 0 h 2251963"/>
                  <a:gd name="csX11" fmla="*/ 5847397 w 5847397"/>
                  <a:gd name="csY11" fmla="*/ 540471 h 2251963"/>
                  <a:gd name="csX12" fmla="*/ 5847397 w 5847397"/>
                  <a:gd name="csY12" fmla="*/ 1080942 h 2251963"/>
                  <a:gd name="csX13" fmla="*/ 5847397 w 5847397"/>
                  <a:gd name="csY13" fmla="*/ 1621413 h 2251963"/>
                  <a:gd name="csX14" fmla="*/ 5847397 w 5847397"/>
                  <a:gd name="csY14" fmla="*/ 2251963 h 2251963"/>
                  <a:gd name="csX15" fmla="*/ 5438079 w 5847397"/>
                  <a:gd name="csY15" fmla="*/ 2251963 h 2251963"/>
                  <a:gd name="csX16" fmla="*/ 4970287 w 5847397"/>
                  <a:gd name="csY16" fmla="*/ 2251963 h 2251963"/>
                  <a:gd name="csX17" fmla="*/ 4327074 w 5847397"/>
                  <a:gd name="csY17" fmla="*/ 2251963 h 2251963"/>
                  <a:gd name="csX18" fmla="*/ 3859282 w 5847397"/>
                  <a:gd name="csY18" fmla="*/ 2251963 h 2251963"/>
                  <a:gd name="csX19" fmla="*/ 3333016 w 5847397"/>
                  <a:gd name="csY19" fmla="*/ 2251963 h 2251963"/>
                  <a:gd name="csX20" fmla="*/ 2748277 w 5847397"/>
                  <a:gd name="csY20" fmla="*/ 2251963 h 2251963"/>
                  <a:gd name="csX21" fmla="*/ 2280485 w 5847397"/>
                  <a:gd name="csY21" fmla="*/ 2251963 h 2251963"/>
                  <a:gd name="csX22" fmla="*/ 1578797 w 5847397"/>
                  <a:gd name="csY22" fmla="*/ 2251963 h 2251963"/>
                  <a:gd name="csX23" fmla="*/ 1169479 w 5847397"/>
                  <a:gd name="csY23" fmla="*/ 2251963 h 2251963"/>
                  <a:gd name="csX24" fmla="*/ 526266 w 5847397"/>
                  <a:gd name="csY24" fmla="*/ 2251963 h 2251963"/>
                  <a:gd name="csX25" fmla="*/ 0 w 5847397"/>
                  <a:gd name="csY25" fmla="*/ 2251963 h 2251963"/>
                  <a:gd name="csX26" fmla="*/ 0 w 5847397"/>
                  <a:gd name="csY26" fmla="*/ 1666453 h 2251963"/>
                  <a:gd name="csX27" fmla="*/ 0 w 5847397"/>
                  <a:gd name="csY27" fmla="*/ 1058423 h 2251963"/>
                  <a:gd name="csX28" fmla="*/ 0 w 5847397"/>
                  <a:gd name="csY28" fmla="*/ 0 h 22519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5847397" h="2251963" fill="none" extrusionOk="0">
                    <a:moveTo>
                      <a:pt x="0" y="0"/>
                    </a:moveTo>
                    <a:cubicBezTo>
                      <a:pt x="164483" y="-9793"/>
                      <a:pt x="386296" y="63087"/>
                      <a:pt x="643214" y="0"/>
                    </a:cubicBezTo>
                    <a:cubicBezTo>
                      <a:pt x="900132" y="-63087"/>
                      <a:pt x="1063483" y="64669"/>
                      <a:pt x="1286427" y="0"/>
                    </a:cubicBezTo>
                    <a:cubicBezTo>
                      <a:pt x="1509371" y="-64669"/>
                      <a:pt x="1740115" y="15219"/>
                      <a:pt x="1871167" y="0"/>
                    </a:cubicBezTo>
                    <a:cubicBezTo>
                      <a:pt x="2002219" y="-15219"/>
                      <a:pt x="2227943" y="10219"/>
                      <a:pt x="2338959" y="0"/>
                    </a:cubicBezTo>
                    <a:cubicBezTo>
                      <a:pt x="2449975" y="-10219"/>
                      <a:pt x="2619800" y="42721"/>
                      <a:pt x="2748277" y="0"/>
                    </a:cubicBezTo>
                    <a:cubicBezTo>
                      <a:pt x="2876754" y="-42721"/>
                      <a:pt x="3034550" y="51235"/>
                      <a:pt x="3274542" y="0"/>
                    </a:cubicBezTo>
                    <a:cubicBezTo>
                      <a:pt x="3514534" y="-51235"/>
                      <a:pt x="3621890" y="4725"/>
                      <a:pt x="3742334" y="0"/>
                    </a:cubicBezTo>
                    <a:cubicBezTo>
                      <a:pt x="3862778" y="-4725"/>
                      <a:pt x="4033052" y="10083"/>
                      <a:pt x="4210126" y="0"/>
                    </a:cubicBezTo>
                    <a:cubicBezTo>
                      <a:pt x="4387200" y="-10083"/>
                      <a:pt x="4587547" y="22381"/>
                      <a:pt x="4853340" y="0"/>
                    </a:cubicBezTo>
                    <a:cubicBezTo>
                      <a:pt x="5119133" y="-22381"/>
                      <a:pt x="5524746" y="110139"/>
                      <a:pt x="5847397" y="0"/>
                    </a:cubicBezTo>
                    <a:cubicBezTo>
                      <a:pt x="5865035" y="244538"/>
                      <a:pt x="5794370" y="418290"/>
                      <a:pt x="5847397" y="540471"/>
                    </a:cubicBezTo>
                    <a:cubicBezTo>
                      <a:pt x="5900424" y="662652"/>
                      <a:pt x="5802420" y="911286"/>
                      <a:pt x="5847397" y="1080942"/>
                    </a:cubicBezTo>
                    <a:cubicBezTo>
                      <a:pt x="5892374" y="1250598"/>
                      <a:pt x="5844456" y="1425104"/>
                      <a:pt x="5847397" y="1621413"/>
                    </a:cubicBezTo>
                    <a:cubicBezTo>
                      <a:pt x="5850338" y="1817722"/>
                      <a:pt x="5847137" y="2110704"/>
                      <a:pt x="5847397" y="2251963"/>
                    </a:cubicBezTo>
                    <a:cubicBezTo>
                      <a:pt x="5652689" y="2279651"/>
                      <a:pt x="5627927" y="2233726"/>
                      <a:pt x="5438079" y="2251963"/>
                    </a:cubicBezTo>
                    <a:cubicBezTo>
                      <a:pt x="5248231" y="2270200"/>
                      <a:pt x="5071727" y="2233628"/>
                      <a:pt x="4970287" y="2251963"/>
                    </a:cubicBezTo>
                    <a:cubicBezTo>
                      <a:pt x="4868847" y="2270298"/>
                      <a:pt x="4597685" y="2220094"/>
                      <a:pt x="4327074" y="2251963"/>
                    </a:cubicBezTo>
                    <a:cubicBezTo>
                      <a:pt x="4056463" y="2283832"/>
                      <a:pt x="4051396" y="2218760"/>
                      <a:pt x="3859282" y="2251963"/>
                    </a:cubicBezTo>
                    <a:cubicBezTo>
                      <a:pt x="3667168" y="2285166"/>
                      <a:pt x="3498496" y="2242530"/>
                      <a:pt x="3333016" y="2251963"/>
                    </a:cubicBezTo>
                    <a:cubicBezTo>
                      <a:pt x="3167536" y="2261396"/>
                      <a:pt x="2877312" y="2194481"/>
                      <a:pt x="2748277" y="2251963"/>
                    </a:cubicBezTo>
                    <a:cubicBezTo>
                      <a:pt x="2619242" y="2309445"/>
                      <a:pt x="2475992" y="2251481"/>
                      <a:pt x="2280485" y="2251963"/>
                    </a:cubicBezTo>
                    <a:cubicBezTo>
                      <a:pt x="2084978" y="2252445"/>
                      <a:pt x="1780562" y="2172090"/>
                      <a:pt x="1578797" y="2251963"/>
                    </a:cubicBezTo>
                    <a:cubicBezTo>
                      <a:pt x="1377032" y="2331836"/>
                      <a:pt x="1288202" y="2241311"/>
                      <a:pt x="1169479" y="2251963"/>
                    </a:cubicBezTo>
                    <a:cubicBezTo>
                      <a:pt x="1050756" y="2262615"/>
                      <a:pt x="707102" y="2189255"/>
                      <a:pt x="526266" y="2251963"/>
                    </a:cubicBezTo>
                    <a:cubicBezTo>
                      <a:pt x="345430" y="2314671"/>
                      <a:pt x="253725" y="2249463"/>
                      <a:pt x="0" y="2251963"/>
                    </a:cubicBezTo>
                    <a:cubicBezTo>
                      <a:pt x="-54435" y="2112845"/>
                      <a:pt x="47083" y="1906730"/>
                      <a:pt x="0" y="1666453"/>
                    </a:cubicBezTo>
                    <a:cubicBezTo>
                      <a:pt x="-47083" y="1426176"/>
                      <a:pt x="56888" y="1228807"/>
                      <a:pt x="0" y="1058423"/>
                    </a:cubicBezTo>
                    <a:cubicBezTo>
                      <a:pt x="-56888" y="888039"/>
                      <a:pt x="65205" y="272908"/>
                      <a:pt x="0" y="0"/>
                    </a:cubicBezTo>
                    <a:close/>
                  </a:path>
                  <a:path w="5847397" h="2251963" stroke="0" extrusionOk="0">
                    <a:moveTo>
                      <a:pt x="0" y="0"/>
                    </a:moveTo>
                    <a:cubicBezTo>
                      <a:pt x="182704" y="-35902"/>
                      <a:pt x="251793" y="53459"/>
                      <a:pt x="467792" y="0"/>
                    </a:cubicBezTo>
                    <a:cubicBezTo>
                      <a:pt x="683791" y="-53459"/>
                      <a:pt x="816776" y="11321"/>
                      <a:pt x="935584" y="0"/>
                    </a:cubicBezTo>
                    <a:cubicBezTo>
                      <a:pt x="1054392" y="-11321"/>
                      <a:pt x="1166492" y="5194"/>
                      <a:pt x="1344901" y="0"/>
                    </a:cubicBezTo>
                    <a:cubicBezTo>
                      <a:pt x="1523310" y="-5194"/>
                      <a:pt x="1848510" y="56917"/>
                      <a:pt x="1988115" y="0"/>
                    </a:cubicBezTo>
                    <a:cubicBezTo>
                      <a:pt x="2127720" y="-56917"/>
                      <a:pt x="2357689" y="39754"/>
                      <a:pt x="2514381" y="0"/>
                    </a:cubicBezTo>
                    <a:cubicBezTo>
                      <a:pt x="2671073" y="-39754"/>
                      <a:pt x="2839508" y="37203"/>
                      <a:pt x="3040646" y="0"/>
                    </a:cubicBezTo>
                    <a:cubicBezTo>
                      <a:pt x="3241784" y="-37203"/>
                      <a:pt x="3336781" y="14873"/>
                      <a:pt x="3508438" y="0"/>
                    </a:cubicBezTo>
                    <a:cubicBezTo>
                      <a:pt x="3680095" y="-14873"/>
                      <a:pt x="3853137" y="46210"/>
                      <a:pt x="4034704" y="0"/>
                    </a:cubicBezTo>
                    <a:cubicBezTo>
                      <a:pt x="4216271" y="-46210"/>
                      <a:pt x="4294581" y="20763"/>
                      <a:pt x="4502496" y="0"/>
                    </a:cubicBezTo>
                    <a:cubicBezTo>
                      <a:pt x="4710411" y="-20763"/>
                      <a:pt x="4836455" y="32623"/>
                      <a:pt x="4970287" y="0"/>
                    </a:cubicBezTo>
                    <a:cubicBezTo>
                      <a:pt x="5104119" y="-32623"/>
                      <a:pt x="5621085" y="56742"/>
                      <a:pt x="5847397" y="0"/>
                    </a:cubicBezTo>
                    <a:cubicBezTo>
                      <a:pt x="5879834" y="107379"/>
                      <a:pt x="5799435" y="325509"/>
                      <a:pt x="5847397" y="517951"/>
                    </a:cubicBezTo>
                    <a:cubicBezTo>
                      <a:pt x="5895359" y="710393"/>
                      <a:pt x="5809215" y="870628"/>
                      <a:pt x="5847397" y="1013383"/>
                    </a:cubicBezTo>
                    <a:cubicBezTo>
                      <a:pt x="5885579" y="1156138"/>
                      <a:pt x="5818423" y="1337802"/>
                      <a:pt x="5847397" y="1598894"/>
                    </a:cubicBezTo>
                    <a:cubicBezTo>
                      <a:pt x="5876371" y="1859986"/>
                      <a:pt x="5846459" y="2062874"/>
                      <a:pt x="5847397" y="2251963"/>
                    </a:cubicBezTo>
                    <a:cubicBezTo>
                      <a:pt x="5689839" y="2254785"/>
                      <a:pt x="5465651" y="2183759"/>
                      <a:pt x="5145709" y="2251963"/>
                    </a:cubicBezTo>
                    <a:cubicBezTo>
                      <a:pt x="4825767" y="2320167"/>
                      <a:pt x="4746282" y="2174835"/>
                      <a:pt x="4502496" y="2251963"/>
                    </a:cubicBezTo>
                    <a:cubicBezTo>
                      <a:pt x="4258710" y="2329091"/>
                      <a:pt x="4053187" y="2182499"/>
                      <a:pt x="3800808" y="2251963"/>
                    </a:cubicBezTo>
                    <a:cubicBezTo>
                      <a:pt x="3548429" y="2321427"/>
                      <a:pt x="3366612" y="2218041"/>
                      <a:pt x="3216068" y="2251963"/>
                    </a:cubicBezTo>
                    <a:cubicBezTo>
                      <a:pt x="3065524" y="2285885"/>
                      <a:pt x="2819496" y="2205908"/>
                      <a:pt x="2572855" y="2251963"/>
                    </a:cubicBezTo>
                    <a:cubicBezTo>
                      <a:pt x="2326214" y="2298018"/>
                      <a:pt x="2255299" y="2207480"/>
                      <a:pt x="2163537" y="2251963"/>
                    </a:cubicBezTo>
                    <a:cubicBezTo>
                      <a:pt x="2071775" y="2296446"/>
                      <a:pt x="1841037" y="2206205"/>
                      <a:pt x="1695745" y="2251963"/>
                    </a:cubicBezTo>
                    <a:cubicBezTo>
                      <a:pt x="1550453" y="2297721"/>
                      <a:pt x="1350058" y="2244461"/>
                      <a:pt x="1169479" y="2251963"/>
                    </a:cubicBezTo>
                    <a:cubicBezTo>
                      <a:pt x="988900" y="2259465"/>
                      <a:pt x="880741" y="2235357"/>
                      <a:pt x="760162" y="2251963"/>
                    </a:cubicBezTo>
                    <a:cubicBezTo>
                      <a:pt x="639583" y="2268569"/>
                      <a:pt x="234325" y="2197729"/>
                      <a:pt x="0" y="2251963"/>
                    </a:cubicBezTo>
                    <a:cubicBezTo>
                      <a:pt x="-37870" y="2126447"/>
                      <a:pt x="14403" y="1913684"/>
                      <a:pt x="0" y="1688972"/>
                    </a:cubicBezTo>
                    <a:cubicBezTo>
                      <a:pt x="-14403" y="1464260"/>
                      <a:pt x="13041" y="1222381"/>
                      <a:pt x="0" y="1103462"/>
                    </a:cubicBezTo>
                    <a:cubicBezTo>
                      <a:pt x="-13041" y="984543"/>
                      <a:pt x="45147" y="721317"/>
                      <a:pt x="0" y="608030"/>
                    </a:cubicBezTo>
                    <a:cubicBezTo>
                      <a:pt x="-45147" y="494743"/>
                      <a:pt x="28548" y="268165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0257039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 marL="72000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Maxwell’s differential equations (in vacuum)</a:t>
                </a:r>
              </a:p>
              <a:p>
                <a:pPr marL="72000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(linear, first-order partial differential equations (PDEs) in terms of field)</a:t>
                </a:r>
              </a:p>
              <a:p>
                <a:pPr marL="72000"/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000"/>
                <a14:m>
                  <m:oMath xmlns:m="http://schemas.openxmlformats.org/officeDocument/2006/math">
                    <m:r>
                      <a:rPr lang="en-US" sz="1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𝜵</m:t>
                    </m:r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</m:e>
                    </m:acc>
                    <m:r>
                      <a:rPr lang="en-US" sz="1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</m:num>
                      <m:den>
                        <m:sSub>
                          <m:sSubPr>
                            <m:ctrlPr>
                              <a:rPr lang="en-US" sz="1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400" dirty="0"/>
                  <a:t>  	: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Guass’s law (electric field) </a:t>
                </a:r>
              </a:p>
              <a:p>
                <a:pPr marL="72000"/>
                <a14:m>
                  <m:oMath xmlns:m="http://schemas.openxmlformats.org/officeDocument/2006/math">
                    <m:r>
                      <a:rPr lang="en-US" sz="1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𝜵</m:t>
                    </m:r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acc>
                    <m:r>
                      <a:rPr lang="en-US" sz="1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1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: Guass’s law (Magnetic field)</a:t>
                </a:r>
              </a:p>
              <a:p>
                <a:pPr marL="72000"/>
                <a14:m>
                  <m:oMath xmlns:m="http://schemas.openxmlformats.org/officeDocument/2006/math">
                    <m:r>
                      <a:rPr lang="en-US" sz="1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𝜵</m:t>
                    </m:r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</m:e>
                    </m:acc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 </m:t>
                    </m:r>
                    <m:f>
                      <m:f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acc>
                          <m:accPr>
                            <m:chr m:val="⃗"/>
                            <m:ctrlPr>
                              <a:rPr lang="en-US" sz="1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</m:num>
                      <m:den>
                        <m:r>
                          <a:rPr lang="en-US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den>
                    </m:f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: Faraday’s law</a:t>
                </a:r>
              </a:p>
              <a:p>
                <a:pPr marL="72000"/>
                <a14:m>
                  <m:oMath xmlns:m="http://schemas.openxmlformats.org/officeDocument/2006/math">
                    <m:r>
                      <a:rPr lang="en-US" sz="1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𝜵</m:t>
                    </m:r>
                    <m:r>
                      <a:rPr lang="en-US" sz="1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acc>
                    <m:r>
                      <a:rPr lang="en-US" sz="1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d>
                      <m:dPr>
                        <m:ctrlP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𝑱</m:t>
                            </m:r>
                          </m:e>
                        </m:acc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  <m:acc>
                              <m:accPr>
                                <m:chr m:val="⃗"/>
                                <m:ctrlPr>
                                  <a:rPr lang="en-US" sz="1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𝑬</m:t>
                                </m:r>
                              </m:e>
                            </m:acc>
                          </m:num>
                          <m:den>
                            <m:r>
                              <a:rPr lang="en-US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: Ampere’s law</a:t>
                </a:r>
                <a:endParaRPr lang="en-US" sz="1400" dirty="0"/>
              </a:p>
              <a:p>
                <a:pPr marL="72000"/>
                <a:endParaRPr lang="en-US" sz="1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585ABB-2408-7DB4-7CFE-30E29AA61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200" y="3918888"/>
                <a:ext cx="5847397" cy="22519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02570392">
                      <a:custGeom>
                        <a:avLst/>
                        <a:gdLst>
                          <a:gd name="csX0" fmla="*/ 0 w 5847397"/>
                          <a:gd name="csY0" fmla="*/ 0 h 2251963"/>
                          <a:gd name="csX1" fmla="*/ 643214 w 5847397"/>
                          <a:gd name="csY1" fmla="*/ 0 h 2251963"/>
                          <a:gd name="csX2" fmla="*/ 1286427 w 5847397"/>
                          <a:gd name="csY2" fmla="*/ 0 h 2251963"/>
                          <a:gd name="csX3" fmla="*/ 1871167 w 5847397"/>
                          <a:gd name="csY3" fmla="*/ 0 h 2251963"/>
                          <a:gd name="csX4" fmla="*/ 2338959 w 5847397"/>
                          <a:gd name="csY4" fmla="*/ 0 h 2251963"/>
                          <a:gd name="csX5" fmla="*/ 2748277 w 5847397"/>
                          <a:gd name="csY5" fmla="*/ 0 h 2251963"/>
                          <a:gd name="csX6" fmla="*/ 3274542 w 5847397"/>
                          <a:gd name="csY6" fmla="*/ 0 h 2251963"/>
                          <a:gd name="csX7" fmla="*/ 3742334 w 5847397"/>
                          <a:gd name="csY7" fmla="*/ 0 h 2251963"/>
                          <a:gd name="csX8" fmla="*/ 4210126 w 5847397"/>
                          <a:gd name="csY8" fmla="*/ 0 h 2251963"/>
                          <a:gd name="csX9" fmla="*/ 4853340 w 5847397"/>
                          <a:gd name="csY9" fmla="*/ 0 h 2251963"/>
                          <a:gd name="csX10" fmla="*/ 5847397 w 5847397"/>
                          <a:gd name="csY10" fmla="*/ 0 h 2251963"/>
                          <a:gd name="csX11" fmla="*/ 5847397 w 5847397"/>
                          <a:gd name="csY11" fmla="*/ 540471 h 2251963"/>
                          <a:gd name="csX12" fmla="*/ 5847397 w 5847397"/>
                          <a:gd name="csY12" fmla="*/ 1080942 h 2251963"/>
                          <a:gd name="csX13" fmla="*/ 5847397 w 5847397"/>
                          <a:gd name="csY13" fmla="*/ 1621413 h 2251963"/>
                          <a:gd name="csX14" fmla="*/ 5847397 w 5847397"/>
                          <a:gd name="csY14" fmla="*/ 2251963 h 2251963"/>
                          <a:gd name="csX15" fmla="*/ 5438079 w 5847397"/>
                          <a:gd name="csY15" fmla="*/ 2251963 h 2251963"/>
                          <a:gd name="csX16" fmla="*/ 4970287 w 5847397"/>
                          <a:gd name="csY16" fmla="*/ 2251963 h 2251963"/>
                          <a:gd name="csX17" fmla="*/ 4327074 w 5847397"/>
                          <a:gd name="csY17" fmla="*/ 2251963 h 2251963"/>
                          <a:gd name="csX18" fmla="*/ 3859282 w 5847397"/>
                          <a:gd name="csY18" fmla="*/ 2251963 h 2251963"/>
                          <a:gd name="csX19" fmla="*/ 3333016 w 5847397"/>
                          <a:gd name="csY19" fmla="*/ 2251963 h 2251963"/>
                          <a:gd name="csX20" fmla="*/ 2748277 w 5847397"/>
                          <a:gd name="csY20" fmla="*/ 2251963 h 2251963"/>
                          <a:gd name="csX21" fmla="*/ 2280485 w 5847397"/>
                          <a:gd name="csY21" fmla="*/ 2251963 h 2251963"/>
                          <a:gd name="csX22" fmla="*/ 1578797 w 5847397"/>
                          <a:gd name="csY22" fmla="*/ 2251963 h 2251963"/>
                          <a:gd name="csX23" fmla="*/ 1169479 w 5847397"/>
                          <a:gd name="csY23" fmla="*/ 2251963 h 2251963"/>
                          <a:gd name="csX24" fmla="*/ 526266 w 5847397"/>
                          <a:gd name="csY24" fmla="*/ 2251963 h 2251963"/>
                          <a:gd name="csX25" fmla="*/ 0 w 5847397"/>
                          <a:gd name="csY25" fmla="*/ 2251963 h 2251963"/>
                          <a:gd name="csX26" fmla="*/ 0 w 5847397"/>
                          <a:gd name="csY26" fmla="*/ 1666453 h 2251963"/>
                          <a:gd name="csX27" fmla="*/ 0 w 5847397"/>
                          <a:gd name="csY27" fmla="*/ 1058423 h 2251963"/>
                          <a:gd name="csX28" fmla="*/ 0 w 5847397"/>
                          <a:gd name="csY28" fmla="*/ 0 h 2251963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  <a:cxn ang="0">
                            <a:pos x="csX23" y="csY23"/>
                          </a:cxn>
                          <a:cxn ang="0">
                            <a:pos x="csX24" y="csY24"/>
                          </a:cxn>
                          <a:cxn ang="0">
                            <a:pos x="csX25" y="csY25"/>
                          </a:cxn>
                          <a:cxn ang="0">
                            <a:pos x="csX26" y="csY26"/>
                          </a:cxn>
                          <a:cxn ang="0">
                            <a:pos x="csX27" y="csY27"/>
                          </a:cxn>
                          <a:cxn ang="0">
                            <a:pos x="csX28" y="csY28"/>
                          </a:cxn>
                        </a:cxnLst>
                        <a:rect l="l" t="t" r="r" b="b"/>
                        <a:pathLst>
                          <a:path w="5847397" h="2251963" fill="none" extrusionOk="0">
                            <a:moveTo>
                              <a:pt x="0" y="0"/>
                            </a:moveTo>
                            <a:cubicBezTo>
                              <a:pt x="164483" y="-9793"/>
                              <a:pt x="386296" y="63087"/>
                              <a:pt x="643214" y="0"/>
                            </a:cubicBezTo>
                            <a:cubicBezTo>
                              <a:pt x="900132" y="-63087"/>
                              <a:pt x="1063483" y="64669"/>
                              <a:pt x="1286427" y="0"/>
                            </a:cubicBezTo>
                            <a:cubicBezTo>
                              <a:pt x="1509371" y="-64669"/>
                              <a:pt x="1740115" y="15219"/>
                              <a:pt x="1871167" y="0"/>
                            </a:cubicBezTo>
                            <a:cubicBezTo>
                              <a:pt x="2002219" y="-15219"/>
                              <a:pt x="2227943" y="10219"/>
                              <a:pt x="2338959" y="0"/>
                            </a:cubicBezTo>
                            <a:cubicBezTo>
                              <a:pt x="2449975" y="-10219"/>
                              <a:pt x="2619800" y="42721"/>
                              <a:pt x="2748277" y="0"/>
                            </a:cubicBezTo>
                            <a:cubicBezTo>
                              <a:pt x="2876754" y="-42721"/>
                              <a:pt x="3034550" y="51235"/>
                              <a:pt x="3274542" y="0"/>
                            </a:cubicBezTo>
                            <a:cubicBezTo>
                              <a:pt x="3514534" y="-51235"/>
                              <a:pt x="3621890" y="4725"/>
                              <a:pt x="3742334" y="0"/>
                            </a:cubicBezTo>
                            <a:cubicBezTo>
                              <a:pt x="3862778" y="-4725"/>
                              <a:pt x="4033052" y="10083"/>
                              <a:pt x="4210126" y="0"/>
                            </a:cubicBezTo>
                            <a:cubicBezTo>
                              <a:pt x="4387200" y="-10083"/>
                              <a:pt x="4587547" y="22381"/>
                              <a:pt x="4853340" y="0"/>
                            </a:cubicBezTo>
                            <a:cubicBezTo>
                              <a:pt x="5119133" y="-22381"/>
                              <a:pt x="5524746" y="110139"/>
                              <a:pt x="5847397" y="0"/>
                            </a:cubicBezTo>
                            <a:cubicBezTo>
                              <a:pt x="5865035" y="244538"/>
                              <a:pt x="5794370" y="418290"/>
                              <a:pt x="5847397" y="540471"/>
                            </a:cubicBezTo>
                            <a:cubicBezTo>
                              <a:pt x="5900424" y="662652"/>
                              <a:pt x="5802420" y="911286"/>
                              <a:pt x="5847397" y="1080942"/>
                            </a:cubicBezTo>
                            <a:cubicBezTo>
                              <a:pt x="5892374" y="1250598"/>
                              <a:pt x="5844456" y="1425104"/>
                              <a:pt x="5847397" y="1621413"/>
                            </a:cubicBezTo>
                            <a:cubicBezTo>
                              <a:pt x="5850338" y="1817722"/>
                              <a:pt x="5847137" y="2110704"/>
                              <a:pt x="5847397" y="2251963"/>
                            </a:cubicBezTo>
                            <a:cubicBezTo>
                              <a:pt x="5652689" y="2279651"/>
                              <a:pt x="5627927" y="2233726"/>
                              <a:pt x="5438079" y="2251963"/>
                            </a:cubicBezTo>
                            <a:cubicBezTo>
                              <a:pt x="5248231" y="2270200"/>
                              <a:pt x="5071727" y="2233628"/>
                              <a:pt x="4970287" y="2251963"/>
                            </a:cubicBezTo>
                            <a:cubicBezTo>
                              <a:pt x="4868847" y="2270298"/>
                              <a:pt x="4597685" y="2220094"/>
                              <a:pt x="4327074" y="2251963"/>
                            </a:cubicBezTo>
                            <a:cubicBezTo>
                              <a:pt x="4056463" y="2283832"/>
                              <a:pt x="4051396" y="2218760"/>
                              <a:pt x="3859282" y="2251963"/>
                            </a:cubicBezTo>
                            <a:cubicBezTo>
                              <a:pt x="3667168" y="2285166"/>
                              <a:pt x="3498496" y="2242530"/>
                              <a:pt x="3333016" y="2251963"/>
                            </a:cubicBezTo>
                            <a:cubicBezTo>
                              <a:pt x="3167536" y="2261396"/>
                              <a:pt x="2877312" y="2194481"/>
                              <a:pt x="2748277" y="2251963"/>
                            </a:cubicBezTo>
                            <a:cubicBezTo>
                              <a:pt x="2619242" y="2309445"/>
                              <a:pt x="2475992" y="2251481"/>
                              <a:pt x="2280485" y="2251963"/>
                            </a:cubicBezTo>
                            <a:cubicBezTo>
                              <a:pt x="2084978" y="2252445"/>
                              <a:pt x="1780562" y="2172090"/>
                              <a:pt x="1578797" y="2251963"/>
                            </a:cubicBezTo>
                            <a:cubicBezTo>
                              <a:pt x="1377032" y="2331836"/>
                              <a:pt x="1288202" y="2241311"/>
                              <a:pt x="1169479" y="2251963"/>
                            </a:cubicBezTo>
                            <a:cubicBezTo>
                              <a:pt x="1050756" y="2262615"/>
                              <a:pt x="707102" y="2189255"/>
                              <a:pt x="526266" y="2251963"/>
                            </a:cubicBezTo>
                            <a:cubicBezTo>
                              <a:pt x="345430" y="2314671"/>
                              <a:pt x="253725" y="2249463"/>
                              <a:pt x="0" y="2251963"/>
                            </a:cubicBezTo>
                            <a:cubicBezTo>
                              <a:pt x="-54435" y="2112845"/>
                              <a:pt x="47083" y="1906730"/>
                              <a:pt x="0" y="1666453"/>
                            </a:cubicBezTo>
                            <a:cubicBezTo>
                              <a:pt x="-47083" y="1426176"/>
                              <a:pt x="56888" y="1228807"/>
                              <a:pt x="0" y="1058423"/>
                            </a:cubicBezTo>
                            <a:cubicBezTo>
                              <a:pt x="-56888" y="888039"/>
                              <a:pt x="65205" y="272908"/>
                              <a:pt x="0" y="0"/>
                            </a:cubicBezTo>
                            <a:close/>
                          </a:path>
                          <a:path w="5847397" h="2251963" stroke="0" extrusionOk="0">
                            <a:moveTo>
                              <a:pt x="0" y="0"/>
                            </a:moveTo>
                            <a:cubicBezTo>
                              <a:pt x="182704" y="-35902"/>
                              <a:pt x="251793" y="53459"/>
                              <a:pt x="467792" y="0"/>
                            </a:cubicBezTo>
                            <a:cubicBezTo>
                              <a:pt x="683791" y="-53459"/>
                              <a:pt x="816776" y="11321"/>
                              <a:pt x="935584" y="0"/>
                            </a:cubicBezTo>
                            <a:cubicBezTo>
                              <a:pt x="1054392" y="-11321"/>
                              <a:pt x="1166492" y="5194"/>
                              <a:pt x="1344901" y="0"/>
                            </a:cubicBezTo>
                            <a:cubicBezTo>
                              <a:pt x="1523310" y="-5194"/>
                              <a:pt x="1848510" y="56917"/>
                              <a:pt x="1988115" y="0"/>
                            </a:cubicBezTo>
                            <a:cubicBezTo>
                              <a:pt x="2127720" y="-56917"/>
                              <a:pt x="2357689" y="39754"/>
                              <a:pt x="2514381" y="0"/>
                            </a:cubicBezTo>
                            <a:cubicBezTo>
                              <a:pt x="2671073" y="-39754"/>
                              <a:pt x="2839508" y="37203"/>
                              <a:pt x="3040646" y="0"/>
                            </a:cubicBezTo>
                            <a:cubicBezTo>
                              <a:pt x="3241784" y="-37203"/>
                              <a:pt x="3336781" y="14873"/>
                              <a:pt x="3508438" y="0"/>
                            </a:cubicBezTo>
                            <a:cubicBezTo>
                              <a:pt x="3680095" y="-14873"/>
                              <a:pt x="3853137" y="46210"/>
                              <a:pt x="4034704" y="0"/>
                            </a:cubicBezTo>
                            <a:cubicBezTo>
                              <a:pt x="4216271" y="-46210"/>
                              <a:pt x="4294581" y="20763"/>
                              <a:pt x="4502496" y="0"/>
                            </a:cubicBezTo>
                            <a:cubicBezTo>
                              <a:pt x="4710411" y="-20763"/>
                              <a:pt x="4836455" y="32623"/>
                              <a:pt x="4970287" y="0"/>
                            </a:cubicBezTo>
                            <a:cubicBezTo>
                              <a:pt x="5104119" y="-32623"/>
                              <a:pt x="5621085" y="56742"/>
                              <a:pt x="5847397" y="0"/>
                            </a:cubicBezTo>
                            <a:cubicBezTo>
                              <a:pt x="5879834" y="107379"/>
                              <a:pt x="5799435" y="325509"/>
                              <a:pt x="5847397" y="517951"/>
                            </a:cubicBezTo>
                            <a:cubicBezTo>
                              <a:pt x="5895359" y="710393"/>
                              <a:pt x="5809215" y="870628"/>
                              <a:pt x="5847397" y="1013383"/>
                            </a:cubicBezTo>
                            <a:cubicBezTo>
                              <a:pt x="5885579" y="1156138"/>
                              <a:pt x="5818423" y="1337802"/>
                              <a:pt x="5847397" y="1598894"/>
                            </a:cubicBezTo>
                            <a:cubicBezTo>
                              <a:pt x="5876371" y="1859986"/>
                              <a:pt x="5846459" y="2062874"/>
                              <a:pt x="5847397" y="2251963"/>
                            </a:cubicBezTo>
                            <a:cubicBezTo>
                              <a:pt x="5689839" y="2254785"/>
                              <a:pt x="5465651" y="2183759"/>
                              <a:pt x="5145709" y="2251963"/>
                            </a:cubicBezTo>
                            <a:cubicBezTo>
                              <a:pt x="4825767" y="2320167"/>
                              <a:pt x="4746282" y="2174835"/>
                              <a:pt x="4502496" y="2251963"/>
                            </a:cubicBezTo>
                            <a:cubicBezTo>
                              <a:pt x="4258710" y="2329091"/>
                              <a:pt x="4053187" y="2182499"/>
                              <a:pt x="3800808" y="2251963"/>
                            </a:cubicBezTo>
                            <a:cubicBezTo>
                              <a:pt x="3548429" y="2321427"/>
                              <a:pt x="3366612" y="2218041"/>
                              <a:pt x="3216068" y="2251963"/>
                            </a:cubicBezTo>
                            <a:cubicBezTo>
                              <a:pt x="3065524" y="2285885"/>
                              <a:pt x="2819496" y="2205908"/>
                              <a:pt x="2572855" y="2251963"/>
                            </a:cubicBezTo>
                            <a:cubicBezTo>
                              <a:pt x="2326214" y="2298018"/>
                              <a:pt x="2255299" y="2207480"/>
                              <a:pt x="2163537" y="2251963"/>
                            </a:cubicBezTo>
                            <a:cubicBezTo>
                              <a:pt x="2071775" y="2296446"/>
                              <a:pt x="1841037" y="2206205"/>
                              <a:pt x="1695745" y="2251963"/>
                            </a:cubicBezTo>
                            <a:cubicBezTo>
                              <a:pt x="1550453" y="2297721"/>
                              <a:pt x="1350058" y="2244461"/>
                              <a:pt x="1169479" y="2251963"/>
                            </a:cubicBezTo>
                            <a:cubicBezTo>
                              <a:pt x="988900" y="2259465"/>
                              <a:pt x="880741" y="2235357"/>
                              <a:pt x="760162" y="2251963"/>
                            </a:cubicBezTo>
                            <a:cubicBezTo>
                              <a:pt x="639583" y="2268569"/>
                              <a:pt x="234325" y="2197729"/>
                              <a:pt x="0" y="2251963"/>
                            </a:cubicBezTo>
                            <a:cubicBezTo>
                              <a:pt x="-37870" y="2126447"/>
                              <a:pt x="14403" y="1913684"/>
                              <a:pt x="0" y="1688972"/>
                            </a:cubicBezTo>
                            <a:cubicBezTo>
                              <a:pt x="-14403" y="1464260"/>
                              <a:pt x="13041" y="1222381"/>
                              <a:pt x="0" y="1103462"/>
                            </a:cubicBezTo>
                            <a:cubicBezTo>
                              <a:pt x="-13041" y="984543"/>
                              <a:pt x="45147" y="721317"/>
                              <a:pt x="0" y="608030"/>
                            </a:cubicBezTo>
                            <a:cubicBezTo>
                              <a:pt x="-45147" y="494743"/>
                              <a:pt x="28548" y="268165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B84D9D8E-61F7-46F9-432C-0BD9DA7D1BFB}"/>
              </a:ext>
            </a:extLst>
          </p:cNvPr>
          <p:cNvGrpSpPr/>
          <p:nvPr/>
        </p:nvGrpSpPr>
        <p:grpSpPr>
          <a:xfrm>
            <a:off x="2862681" y="590632"/>
            <a:ext cx="7829601" cy="1811133"/>
            <a:chOff x="3610693" y="4587630"/>
            <a:chExt cx="7829601" cy="181113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8145CA6-6FF2-31F1-A8C5-509FCE230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0693" y="4587630"/>
              <a:ext cx="7829601" cy="1811133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C146670-3392-7EF5-123B-343385B0E214}"/>
                </a:ext>
              </a:extLst>
            </p:cNvPr>
            <p:cNvGrpSpPr/>
            <p:nvPr/>
          </p:nvGrpSpPr>
          <p:grpSpPr>
            <a:xfrm>
              <a:off x="5332051" y="4628849"/>
              <a:ext cx="2875547" cy="276999"/>
              <a:chOff x="5332051" y="4628849"/>
              <a:chExt cx="2875547" cy="276999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E8157818-F10F-A2E8-3B37-864144FDAB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59505" y="4767349"/>
                <a:ext cx="124809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CAA86EE6-339E-44F9-1170-90C4C7F281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332051" y="4767348"/>
                <a:ext cx="1412161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0F559248-4F58-B271-FB86-794817B68CA4}"/>
                      </a:ext>
                    </a:extLst>
                  </p:cNvPr>
                  <p:cNvSpPr txBox="1"/>
                  <p:nvPr/>
                </p:nvSpPr>
                <p:spPr>
                  <a:xfrm>
                    <a:off x="6765684" y="4628849"/>
                    <a:ext cx="17068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0F559248-4F58-B271-FB86-794817B68C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65684" y="4628849"/>
                    <a:ext cx="170688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5714" r="-35714" b="-888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0490ABA-71E1-74FC-9608-887B776025E9}"/>
              </a:ext>
            </a:extLst>
          </p:cNvPr>
          <p:cNvSpPr txBox="1"/>
          <p:nvPr/>
        </p:nvSpPr>
        <p:spPr>
          <a:xfrm>
            <a:off x="4462533" y="8374"/>
            <a:ext cx="3276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 fields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EE145208-86D9-B7FA-BFF0-3FFF266CF2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73580" y="2287475"/>
                <a:ext cx="2482104" cy="1135504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(in vacuum)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b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h</m:t>
                    </m:r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r>
                  <a:rPr lang="en-US" sz="1800" i="1" dirty="0"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= 299,792,458 m/s</a:t>
                </a:r>
                <a:endParaRPr lang="en-US" sz="1800" dirty="0"/>
              </a:p>
            </p:txBody>
          </p:sp>
        </mc:Choice>
        <mc:Fallback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EE145208-86D9-B7FA-BFF0-3FFF266CF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580" y="2287475"/>
                <a:ext cx="2482104" cy="1135504"/>
              </a:xfrm>
              <a:prstGeom prst="rect">
                <a:avLst/>
              </a:prstGeom>
              <a:blipFill>
                <a:blip r:embed="rId6"/>
                <a:stretch>
                  <a:fillRect l="-1951" t="-4211" b="-473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733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B23DE-731E-653E-BE81-90EE07CA9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0F77A8-97F5-AE55-679A-A2BB75553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246A26-AC6E-AC18-17C5-A0166C66D49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387A8-3C57-A51F-2D57-91244716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7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BDD042A-0147-3709-951E-2BD0F5B1756D}"/>
              </a:ext>
            </a:extLst>
          </p:cNvPr>
          <p:cNvGrpSpPr/>
          <p:nvPr/>
        </p:nvGrpSpPr>
        <p:grpSpPr>
          <a:xfrm>
            <a:off x="849318" y="1402533"/>
            <a:ext cx="10398186" cy="4337573"/>
            <a:chOff x="849318" y="1101909"/>
            <a:chExt cx="10398186" cy="433757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3550E3D-BA21-5C50-A638-F37DBE7693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9" b="14246"/>
            <a:stretch>
              <a:fillRect/>
            </a:stretch>
          </p:blipFill>
          <p:spPr>
            <a:xfrm>
              <a:off x="849318" y="1101909"/>
              <a:ext cx="10398186" cy="4337573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E07587-1CA5-E494-85CB-EC3089DACB56}"/>
                </a:ext>
              </a:extLst>
            </p:cNvPr>
            <p:cNvSpPr txBox="1"/>
            <p:nvPr/>
          </p:nvSpPr>
          <p:spPr>
            <a:xfrm rot="16200000">
              <a:off x="10339650" y="3627971"/>
              <a:ext cx="15387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hlinkClick r:id="rId3"/>
                </a:rPr>
                <a:t>https://w.wiki/Hzx3</a:t>
              </a:r>
              <a:endParaRPr lang="en-US" sz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3">
                <a:extLst>
                  <a:ext uri="{FF2B5EF4-FFF2-40B4-BE49-F238E27FC236}">
                    <a16:creationId xmlns:a16="http://schemas.microsoft.com/office/drawing/2014/main" id="{D81E3C4A-BF49-497D-31DE-DCADC7936E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95966" y="4979152"/>
                <a:ext cx="2482104" cy="1135504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b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h</m:t>
                    </m:r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r>
                  <a:rPr lang="en-US" sz="1800" i="1" dirty="0"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= 299,792,458 m/s</a:t>
                </a:r>
                <a:endParaRPr lang="en-US" sz="1800" dirty="0"/>
              </a:p>
            </p:txBody>
          </p:sp>
        </mc:Choice>
        <mc:Fallback xmlns="">
          <p:sp>
            <p:nvSpPr>
              <p:cNvPr id="5" name="Content Placeholder 13">
                <a:extLst>
                  <a:ext uri="{FF2B5EF4-FFF2-40B4-BE49-F238E27FC236}">
                    <a16:creationId xmlns:a16="http://schemas.microsoft.com/office/drawing/2014/main" id="{D81E3C4A-BF49-497D-31DE-DCADC7936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5966" y="4979152"/>
                <a:ext cx="2482104" cy="1135504"/>
              </a:xfrm>
              <a:prstGeom prst="rect">
                <a:avLst/>
              </a:prstGeom>
              <a:blipFill>
                <a:blip r:embed="rId4"/>
                <a:stretch>
                  <a:fillRect l="-1951" b="-5291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13E45BB-53BA-E26E-AF1D-AE94463839B0}"/>
              </a:ext>
            </a:extLst>
          </p:cNvPr>
          <p:cNvSpPr txBox="1"/>
          <p:nvPr/>
        </p:nvSpPr>
        <p:spPr>
          <a:xfrm>
            <a:off x="4470173" y="1680"/>
            <a:ext cx="3276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 spectrum</a:t>
            </a:r>
          </a:p>
        </p:txBody>
      </p:sp>
    </p:spTree>
    <p:extLst>
      <p:ext uri="{BB962C8B-B14F-4D97-AF65-F5344CB8AC3E}">
        <p14:creationId xmlns:p14="http://schemas.microsoft.com/office/powerpoint/2010/main" val="757846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DB102A-D3EE-AA9E-6593-168727085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5D9FD8-A172-D618-3125-E4022E8B0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8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F5737A9-DA7C-1922-42DE-ADCCDC1A7572}"/>
              </a:ext>
            </a:extLst>
          </p:cNvPr>
          <p:cNvGrpSpPr/>
          <p:nvPr/>
        </p:nvGrpSpPr>
        <p:grpSpPr>
          <a:xfrm>
            <a:off x="335357" y="2079136"/>
            <a:ext cx="4203597" cy="3372739"/>
            <a:chOff x="5006039" y="5223313"/>
            <a:chExt cx="3539034" cy="2853127"/>
          </a:xfrm>
        </p:grpSpPr>
        <p:pic>
          <p:nvPicPr>
            <p:cNvPr id="9218" name="Picture 2">
              <a:extLst>
                <a:ext uri="{FF2B5EF4-FFF2-40B4-BE49-F238E27FC236}">
                  <a16:creationId xmlns:a16="http://schemas.microsoft.com/office/drawing/2014/main" id="{629733B2-2534-27BF-C82A-8CB3EAD23C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6039" y="5814651"/>
              <a:ext cx="3539034" cy="226178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26E2672-9672-2CE7-3E40-68A91BED68B8}"/>
                </a:ext>
              </a:extLst>
            </p:cNvPr>
            <p:cNvSpPr txBox="1"/>
            <p:nvPr/>
          </p:nvSpPr>
          <p:spPr>
            <a:xfrm>
              <a:off x="5342065" y="5223313"/>
              <a:ext cx="2866982" cy="3124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 human eye cone sensitivity curve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32235B8-C78F-2FAB-C115-50853B9DC619}"/>
              </a:ext>
            </a:extLst>
          </p:cNvPr>
          <p:cNvSpPr txBox="1"/>
          <p:nvPr/>
        </p:nvSpPr>
        <p:spPr>
          <a:xfrm>
            <a:off x="4470173" y="1680"/>
            <a:ext cx="3276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 spectrum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BA846E-F6F1-3EE9-9B9C-D05EC3C71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323" y="1323974"/>
            <a:ext cx="7118320" cy="4127901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8399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5F6B3-6F24-E9B3-13CD-D31E00B3D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79E501-E725-4A55-29D2-58803F3D2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3ECF6-A2FF-F64E-85DE-68D7DDC2F66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7FE9E-97F5-5AB8-80DE-480155A2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9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B0F5C6-6C6B-7E5B-9ECC-794EB7173AFE}"/>
              </a:ext>
            </a:extLst>
          </p:cNvPr>
          <p:cNvGrpSpPr/>
          <p:nvPr/>
        </p:nvGrpSpPr>
        <p:grpSpPr>
          <a:xfrm>
            <a:off x="4429746" y="717408"/>
            <a:ext cx="7534551" cy="5570658"/>
            <a:chOff x="3978810" y="717408"/>
            <a:chExt cx="7534551" cy="557065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ACB3CB3-326B-41F8-38C7-1B03CEDF4358}"/>
                </a:ext>
              </a:extLst>
            </p:cNvPr>
            <p:cNvSpPr/>
            <p:nvPr/>
          </p:nvSpPr>
          <p:spPr>
            <a:xfrm>
              <a:off x="3978810" y="717408"/>
              <a:ext cx="7534551" cy="557065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C:\Users\Behzad\Dropbox\Documents\Quantum Optics\PowerPoint\files\circular polarization (Wiki pedia).gif">
              <a:extLst>
                <a:ext uri="{FF2B5EF4-FFF2-40B4-BE49-F238E27FC236}">
                  <a16:creationId xmlns:a16="http://schemas.microsoft.com/office/drawing/2014/main" id="{A09CFD2A-B85E-1732-4047-E252FB61111D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553" y="1277455"/>
              <a:ext cx="3203176" cy="186769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5D4DBC6-4FEE-5E4A-A10D-4DC52FD5B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5252" y="3705200"/>
              <a:ext cx="5365351" cy="2373299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pic>
          <p:nvPicPr>
            <p:cNvPr id="7" name="Picture 6" descr="C:\Users\Behzad\Dropbox\Documents\Quantum Optics\PowerPoint\files\elliptical polarization.gif">
              <a:extLst>
                <a:ext uri="{FF2B5EF4-FFF2-40B4-BE49-F238E27FC236}">
                  <a16:creationId xmlns:a16="http://schemas.microsoft.com/office/drawing/2014/main" id="{F564CEFF-6836-7C4C-EBB5-2A6EA03704B5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9331" y="902162"/>
              <a:ext cx="3398462" cy="262713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D1CA00A-9FF3-E894-A16C-5B972CF4AE25}"/>
              </a:ext>
            </a:extLst>
          </p:cNvPr>
          <p:cNvSpPr txBox="1"/>
          <p:nvPr/>
        </p:nvSpPr>
        <p:spPr>
          <a:xfrm>
            <a:off x="362156" y="681409"/>
            <a:ext cx="37186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wave is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wave. Electric field vector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oscillations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determines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Linear, Circular, Elliptical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C6604C-8A34-06DD-AB0D-52506EF141AB}"/>
              </a:ext>
            </a:extLst>
          </p:cNvPr>
          <p:cNvSpPr txBox="1"/>
          <p:nvPr/>
        </p:nvSpPr>
        <p:spPr>
          <a:xfrm>
            <a:off x="4752476" y="0"/>
            <a:ext cx="2707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field - Polarization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2DEB69A-8530-91C5-C2D3-F84FF4FDA1F8}"/>
              </a:ext>
            </a:extLst>
          </p:cNvPr>
          <p:cNvGrpSpPr/>
          <p:nvPr/>
        </p:nvGrpSpPr>
        <p:grpSpPr>
          <a:xfrm>
            <a:off x="326756" y="2852905"/>
            <a:ext cx="3789431" cy="3454197"/>
            <a:chOff x="326756" y="2636334"/>
            <a:chExt cx="3789431" cy="3454197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A05CB42-E5F5-6B50-716C-B4A50EAE1230}"/>
                </a:ext>
              </a:extLst>
            </p:cNvPr>
            <p:cNvSpPr/>
            <p:nvPr/>
          </p:nvSpPr>
          <p:spPr>
            <a:xfrm>
              <a:off x="326756" y="2648366"/>
              <a:ext cx="3789431" cy="3442165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3E21F1B-386E-0A28-7FAD-212A33B1F175}"/>
                </a:ext>
              </a:extLst>
            </p:cNvPr>
            <p:cNvGrpSpPr/>
            <p:nvPr/>
          </p:nvGrpSpPr>
          <p:grpSpPr>
            <a:xfrm>
              <a:off x="347645" y="2636334"/>
              <a:ext cx="3758051" cy="3335814"/>
              <a:chOff x="110657" y="1447800"/>
              <a:chExt cx="3758051" cy="3335814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9E7CC5F1-B714-2A3B-EBEC-A5251FE506D2}"/>
                  </a:ext>
                </a:extLst>
              </p:cNvPr>
              <p:cNvCxnSpPr/>
              <p:nvPr/>
            </p:nvCxnSpPr>
            <p:spPr>
              <a:xfrm>
                <a:off x="730250" y="1893332"/>
                <a:ext cx="2406650" cy="19050"/>
              </a:xfrm>
              <a:prstGeom prst="straightConnector1">
                <a:avLst/>
              </a:prstGeom>
              <a:ln w="12700" cap="flat" cmpd="sng" algn="ctr">
                <a:noFill/>
                <a:prstDash val="solid"/>
                <a:round/>
                <a:headEnd type="none" w="med" len="med"/>
                <a:tailEnd type="arrow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5EF295-3F94-C23D-B1E9-CF9E0FF5029D}"/>
                  </a:ext>
                </a:extLst>
              </p:cNvPr>
              <p:cNvSpPr txBox="1"/>
              <p:nvPr/>
            </p:nvSpPr>
            <p:spPr>
              <a:xfrm>
                <a:off x="606424" y="1447800"/>
                <a:ext cx="2862235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Symbol" charset="2"/>
                    <a:cs typeface="Symbol" charset="2"/>
                  </a:rPr>
                  <a:t>0	    </a:t>
                </a:r>
                <a:r>
                  <a:rPr lang="en-US" dirty="0">
                    <a:latin typeface="Symbol" charset="2"/>
                    <a:cs typeface="Symbol" charset="2"/>
                    <a:sym typeface="Symbol" panose="05050102010706020507" pitchFamily="18" charset="2"/>
                  </a:rPr>
                  <a:t></a:t>
                </a:r>
                <a:r>
                  <a:rPr lang="en-US" dirty="0">
                    <a:latin typeface="Symbol" charset="2"/>
                    <a:cs typeface="Symbol" charset="2"/>
                  </a:rPr>
                  <a:t> </a:t>
                </a:r>
                <a:r>
                  <a:rPr lang="en-US" dirty="0">
                    <a:latin typeface="Symbol" charset="2"/>
                    <a:cs typeface="Symbol" charset="2"/>
                    <a:sym typeface="Symbol" panose="05050102010706020507" pitchFamily="18" charset="2"/>
                  </a:rPr>
                  <a:t>	        /2</a:t>
                </a:r>
                <a:r>
                  <a:rPr lang="en-US" dirty="0">
                    <a:latin typeface="Symbol" charset="2"/>
                    <a:cs typeface="Symbol" charset="2"/>
                  </a:rPr>
                  <a:t>		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6B430ADD-8F01-F7D7-B639-F8C76760A139}"/>
                  </a:ext>
                </a:extLst>
              </p:cNvPr>
              <p:cNvCxnSpPr/>
              <p:nvPr/>
            </p:nvCxnSpPr>
            <p:spPr>
              <a:xfrm rot="5400000">
                <a:off x="-705854" y="3378438"/>
                <a:ext cx="2514600" cy="1588"/>
              </a:xfrm>
              <a:prstGeom prst="straightConnector1">
                <a:avLst/>
              </a:prstGeom>
              <a:ln w="12700" cap="flat" cmpd="sng" algn="ctr">
                <a:noFill/>
                <a:prstDash val="solid"/>
                <a:round/>
                <a:headEnd type="none" w="med" len="med"/>
                <a:tailEnd type="arrow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A9590C9-6330-5FDC-540F-254E1306A433}"/>
                  </a:ext>
                </a:extLst>
              </p:cNvPr>
              <p:cNvSpPr txBox="1"/>
              <p:nvPr/>
            </p:nvSpPr>
            <p:spPr>
              <a:xfrm>
                <a:off x="110657" y="1890619"/>
                <a:ext cx="531853" cy="28623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Symbol" charset="2"/>
                    <a:cs typeface="Symbol" charset="2"/>
                  </a:rPr>
                  <a:t>   0</a:t>
                </a:r>
              </a:p>
              <a:p>
                <a:endParaRPr lang="en-US" dirty="0">
                  <a:latin typeface="Symbol" charset="2"/>
                  <a:cs typeface="Symbol" charset="2"/>
                </a:endParaRPr>
              </a:p>
              <a:p>
                <a:endParaRPr lang="en-US" dirty="0">
                  <a:latin typeface="Symbol" charset="2"/>
                  <a:cs typeface="Symbol" charset="2"/>
                </a:endParaRPr>
              </a:p>
              <a:p>
                <a:endParaRPr lang="en-US" dirty="0">
                  <a:latin typeface="Symbol" charset="2"/>
                  <a:cs typeface="Symbol" charset="2"/>
                </a:endParaRPr>
              </a:p>
              <a:p>
                <a:r>
                  <a:rPr lang="en-US" dirty="0">
                    <a:latin typeface="Symbol" charset="2"/>
                    <a:cs typeface="Symbol" charset="2"/>
                    <a:sym typeface="Symbol" panose="05050102010706020507" pitchFamily="18" charset="2"/>
                  </a:rPr>
                  <a:t></a:t>
                </a:r>
                <a:endParaRPr lang="en-US" dirty="0">
                  <a:latin typeface="Symbol" charset="2"/>
                  <a:cs typeface="Symbol" charset="2"/>
                </a:endParaRPr>
              </a:p>
              <a:p>
                <a:endParaRPr lang="en-US" dirty="0">
                  <a:latin typeface="Symbol" charset="2"/>
                  <a:cs typeface="Symbol" charset="2"/>
                </a:endParaRPr>
              </a:p>
              <a:p>
                <a:endParaRPr lang="en-US" dirty="0">
                  <a:latin typeface="Symbol" charset="2"/>
                  <a:cs typeface="Symbol" charset="2"/>
                </a:endParaRPr>
              </a:p>
              <a:p>
                <a:endParaRPr lang="en-US" dirty="0">
                  <a:latin typeface="Symbol" charset="2"/>
                  <a:cs typeface="Symbol" charset="2"/>
                </a:endParaRPr>
              </a:p>
              <a:p>
                <a:endParaRPr lang="en-US" dirty="0">
                  <a:latin typeface="Symbol" charset="2"/>
                  <a:cs typeface="Symbol" charset="2"/>
                </a:endParaRPr>
              </a:p>
              <a:p>
                <a:r>
                  <a:rPr lang="en-US" dirty="0">
                    <a:latin typeface="Symbol" charset="2"/>
                    <a:cs typeface="Symbol" charset="2"/>
                    <a:sym typeface="Symbol" panose="05050102010706020507" pitchFamily="18" charset="2"/>
                  </a:rPr>
                  <a:t></a:t>
                </a:r>
                <a:r>
                  <a:rPr lang="en-US" dirty="0">
                    <a:latin typeface="Symbol" charset="2"/>
                    <a:cs typeface="Symbol" charset="2"/>
                  </a:rPr>
                  <a:t>/2</a:t>
                </a:r>
              </a:p>
            </p:txBody>
          </p:sp>
          <p:pic>
            <p:nvPicPr>
              <p:cNvPr id="17" name="Picture 16" descr="polmap9.eps">
                <a:extLst>
                  <a:ext uri="{FF2B5EF4-FFF2-40B4-BE49-F238E27FC236}">
                    <a16:creationId xmlns:a16="http://schemas.microsoft.com/office/drawing/2014/main" id="{D93C8ED9-6EC2-3EB0-0A4F-23EF3D00CD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2830" t="7122" r="8685" b="10742"/>
              <a:stretch>
                <a:fillRect/>
              </a:stretch>
            </p:blipFill>
            <p:spPr>
              <a:xfrm>
                <a:off x="663399" y="2028549"/>
                <a:ext cx="2554425" cy="2686218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F5E5FB6-85EC-4B31-128E-307D65954E39}"/>
                  </a:ext>
                </a:extLst>
              </p:cNvPr>
              <p:cNvSpPr txBox="1"/>
              <p:nvPr/>
            </p:nvSpPr>
            <p:spPr>
              <a:xfrm>
                <a:off x="3248025" y="1928257"/>
                <a:ext cx="62068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RCP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01D3FC5-2816-A4ED-229A-F688C1A3D110}"/>
                  </a:ext>
                </a:extLst>
              </p:cNvPr>
              <p:cNvSpPr txBox="1"/>
              <p:nvPr/>
            </p:nvSpPr>
            <p:spPr>
              <a:xfrm>
                <a:off x="3257550" y="4414282"/>
                <a:ext cx="60785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LCP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FCBA92B-6D1F-A5BC-987E-A061B7467049}"/>
                  </a:ext>
                </a:extLst>
              </p:cNvPr>
              <p:cNvSpPr txBox="1"/>
              <p:nvPr/>
            </p:nvSpPr>
            <p:spPr>
              <a:xfrm>
                <a:off x="3241675" y="3176032"/>
                <a:ext cx="45397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LP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040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237B6-6F67-6557-F72D-B44E3E68D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6C9520-9B49-D394-947D-A3C72A4D1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AABD2D-F2A1-8676-6A93-E6D72FCB0D6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4D6FE-A3D7-6F19-7A22-3D1C92EB2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2A3931-F61D-9FA4-D9B6-CAF322D5D519}"/>
              </a:ext>
            </a:extLst>
          </p:cNvPr>
          <p:cNvSpPr txBox="1"/>
          <p:nvPr/>
        </p:nvSpPr>
        <p:spPr>
          <a:xfrm>
            <a:off x="4776541" y="5867"/>
            <a:ext cx="2651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field - propagation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FC52122-1C33-8E58-CAC4-6487A0713DC3}"/>
              </a:ext>
            </a:extLst>
          </p:cNvPr>
          <p:cNvGrpSpPr/>
          <p:nvPr/>
        </p:nvGrpSpPr>
        <p:grpSpPr>
          <a:xfrm>
            <a:off x="7304955" y="653523"/>
            <a:ext cx="4500000" cy="3034640"/>
            <a:chOff x="7304955" y="653523"/>
            <a:chExt cx="4500000" cy="3034640"/>
          </a:xfrm>
        </p:grpSpPr>
        <p:pic>
          <p:nvPicPr>
            <p:cNvPr id="3080" name="Picture 8">
              <a:extLst>
                <a:ext uri="{FF2B5EF4-FFF2-40B4-BE49-F238E27FC236}">
                  <a16:creationId xmlns:a16="http://schemas.microsoft.com/office/drawing/2014/main" id="{D16B67E5-D774-A40F-31E0-E1B9778077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4955" y="1032176"/>
              <a:ext cx="4500000" cy="23684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211EE07-8C69-E4D2-D7C5-E76DC0403837}"/>
                </a:ext>
              </a:extLst>
            </p:cNvPr>
            <p:cNvSpPr txBox="1"/>
            <p:nvPr/>
          </p:nvSpPr>
          <p:spPr>
            <a:xfrm>
              <a:off x="7359482" y="3411164"/>
              <a:ext cx="439094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hlinkClick r:id="rId3"/>
                </a:rPr>
                <a:t>https://commons.wikimedia.org/wiki/File:Internal-reflection.gif</a:t>
              </a:r>
              <a:endParaRPr lang="en-US" sz="12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82D8AAE-C73B-614F-5D62-C3954043C141}"/>
                </a:ext>
              </a:extLst>
            </p:cNvPr>
            <p:cNvSpPr txBox="1"/>
            <p:nvPr/>
          </p:nvSpPr>
          <p:spPr>
            <a:xfrm>
              <a:off x="8879377" y="653523"/>
              <a:ext cx="13511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Reflection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AFB3F83-4A3C-6461-A3DE-CCDC5DE8D120}"/>
              </a:ext>
            </a:extLst>
          </p:cNvPr>
          <p:cNvGrpSpPr/>
          <p:nvPr/>
        </p:nvGrpSpPr>
        <p:grpSpPr>
          <a:xfrm>
            <a:off x="7304956" y="3654522"/>
            <a:ext cx="4499999" cy="2823528"/>
            <a:chOff x="7304956" y="3654522"/>
            <a:chExt cx="4499999" cy="2823528"/>
          </a:xfrm>
        </p:grpSpPr>
        <p:pic>
          <p:nvPicPr>
            <p:cNvPr id="3078" name="Picture 6">
              <a:extLst>
                <a:ext uri="{FF2B5EF4-FFF2-40B4-BE49-F238E27FC236}">
                  <a16:creationId xmlns:a16="http://schemas.microsoft.com/office/drawing/2014/main" id="{A990446F-6E32-2997-2163-A7B8D50F7A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4956" y="3976924"/>
              <a:ext cx="4499999" cy="216000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485D548-7482-2055-3204-FF6A21708BC5}"/>
                </a:ext>
              </a:extLst>
            </p:cNvPr>
            <p:cNvSpPr txBox="1"/>
            <p:nvPr/>
          </p:nvSpPr>
          <p:spPr>
            <a:xfrm>
              <a:off x="8142874" y="6201051"/>
              <a:ext cx="282416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hlinkClick r:id="rId5"/>
                </a:rPr>
                <a:t>https://en.wikipedia.org/wiki/Refraction</a:t>
              </a:r>
              <a:endParaRPr lang="en-US" sz="12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947AC3-E8E1-B375-A645-39CF8B5B2C2D}"/>
                </a:ext>
              </a:extLst>
            </p:cNvPr>
            <p:cNvSpPr txBox="1"/>
            <p:nvPr/>
          </p:nvSpPr>
          <p:spPr>
            <a:xfrm>
              <a:off x="8879377" y="3654522"/>
              <a:ext cx="13511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Refraction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818BBA-8E0D-9E98-EC8D-472066B71F57}"/>
                  </a:ext>
                </a:extLst>
              </p:cNvPr>
              <p:cNvSpPr txBox="1"/>
              <p:nvPr/>
            </p:nvSpPr>
            <p:spPr>
              <a:xfrm>
                <a:off x="444195" y="3898096"/>
                <a:ext cx="3927780" cy="230832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lgDash"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Refractive index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parameter with which light slows down while propagating in a medium.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ration speed of light in vacuum with respect to  medium.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vacuum: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λ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𝑣𝑎𝑐𝑢𝑢𝑚</m:t>
                        </m:r>
                      </m:sub>
                    </m:sSub>
                  </m:oMath>
                </a14:m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In medium: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 n&gt;1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818BBA-8E0D-9E98-EC8D-472066B71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95" y="3898096"/>
                <a:ext cx="3927780" cy="2308324"/>
              </a:xfrm>
              <a:prstGeom prst="rect">
                <a:avLst/>
              </a:prstGeom>
              <a:blipFill>
                <a:blip r:embed="rId6"/>
                <a:stretch>
                  <a:fillRect l="-1238" t="-1050" r="-2167" b="-2887"/>
                </a:stretch>
              </a:blipFill>
              <a:ln>
                <a:solidFill>
                  <a:schemeClr val="tx1"/>
                </a:solidFill>
                <a:prstDash val="lg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39B0649E-BE5B-E914-25BF-83C27FD76363}"/>
              </a:ext>
            </a:extLst>
          </p:cNvPr>
          <p:cNvGrpSpPr/>
          <p:nvPr/>
        </p:nvGrpSpPr>
        <p:grpSpPr>
          <a:xfrm>
            <a:off x="4507063" y="4286384"/>
            <a:ext cx="2684454" cy="697755"/>
            <a:chOff x="630949" y="4701874"/>
            <a:chExt cx="2684454" cy="69775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D02D70A-8E19-E354-2E8D-F8B308C7E0DB}"/>
                    </a:ext>
                  </a:extLst>
                </p:cNvPr>
                <p:cNvSpPr txBox="1"/>
                <p:nvPr/>
              </p:nvSpPr>
              <p:spPr>
                <a:xfrm>
                  <a:off x="630950" y="5030297"/>
                  <a:ext cx="268445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func>
                          <m:funcPr>
                            <m:ctrlPr>
                              <a:rPr lang="en-US" sz="240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e>
                        </m:func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unc>
                          <m:funcPr>
                            <m:ctrlPr>
                              <a:rPr lang="en-US" sz="2400" b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b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func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D02D70A-8E19-E354-2E8D-F8B308C7E0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950" y="5030297"/>
                  <a:ext cx="2684453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8383F9F-8CC9-5A18-F223-E03B75E855B1}"/>
                </a:ext>
              </a:extLst>
            </p:cNvPr>
            <p:cNvSpPr txBox="1"/>
            <p:nvPr/>
          </p:nvSpPr>
          <p:spPr>
            <a:xfrm>
              <a:off x="630949" y="4701874"/>
              <a:ext cx="26844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Refraction: Snell’s law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DD66FFE-0F77-5252-4D77-B6A73844C17B}"/>
              </a:ext>
            </a:extLst>
          </p:cNvPr>
          <p:cNvGrpSpPr/>
          <p:nvPr/>
        </p:nvGrpSpPr>
        <p:grpSpPr>
          <a:xfrm>
            <a:off x="5128966" y="1548889"/>
            <a:ext cx="1440648" cy="652086"/>
            <a:chOff x="4893557" y="1332458"/>
            <a:chExt cx="1440648" cy="65208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646B2E1-8A83-B2ED-D5D2-0DBD1B8CF0B5}"/>
                </a:ext>
              </a:extLst>
            </p:cNvPr>
            <p:cNvSpPr txBox="1"/>
            <p:nvPr/>
          </p:nvSpPr>
          <p:spPr>
            <a:xfrm>
              <a:off x="4893557" y="1332458"/>
              <a:ext cx="14406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Reflection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62CCA5A-8286-11B3-1D8F-32265CDC2F37}"/>
                    </a:ext>
                  </a:extLst>
                </p:cNvPr>
                <p:cNvSpPr txBox="1"/>
                <p:nvPr/>
              </p:nvSpPr>
              <p:spPr>
                <a:xfrm>
                  <a:off x="5236438" y="1707545"/>
                  <a:ext cx="75488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62CCA5A-8286-11B3-1D8F-32265CDC2F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6438" y="1707545"/>
                  <a:ext cx="754887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8130" r="-1626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84F7D58-D6BD-99F5-2BDF-992A74AB912E}"/>
              </a:ext>
            </a:extLst>
          </p:cNvPr>
          <p:cNvGrpSpPr/>
          <p:nvPr/>
        </p:nvGrpSpPr>
        <p:grpSpPr>
          <a:xfrm>
            <a:off x="302944" y="800101"/>
            <a:ext cx="5116781" cy="2877857"/>
            <a:chOff x="302944" y="800101"/>
            <a:chExt cx="5116781" cy="287785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F9A07EF-B76D-1D9E-DDB6-C1C726651DA2}"/>
                </a:ext>
              </a:extLst>
            </p:cNvPr>
            <p:cNvSpPr txBox="1"/>
            <p:nvPr/>
          </p:nvSpPr>
          <p:spPr>
            <a:xfrm>
              <a:off x="302944" y="3400959"/>
              <a:ext cx="511678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hlinkClick r:id="rId9"/>
                </a:rPr>
                <a:t>http://hyperphysics.phy-astr.gsu.edu/hbase/phyopt/reflectcon.html#c1</a:t>
              </a:r>
              <a:endParaRPr lang="en-US" sz="1200" dirty="0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8CD3897-45EF-94FC-341D-00928C858DD1}"/>
                </a:ext>
              </a:extLst>
            </p:cNvPr>
            <p:cNvGrpSpPr/>
            <p:nvPr/>
          </p:nvGrpSpPr>
          <p:grpSpPr>
            <a:xfrm>
              <a:off x="509166" y="800101"/>
              <a:ext cx="3545645" cy="2659224"/>
              <a:chOff x="490116" y="800101"/>
              <a:chExt cx="3545645" cy="2659224"/>
            </a:xfrm>
          </p:grpSpPr>
          <p:pic>
            <p:nvPicPr>
              <p:cNvPr id="3076" name="Picture 4">
                <a:extLst>
                  <a:ext uri="{FF2B5EF4-FFF2-40B4-BE49-F238E27FC236}">
                    <a16:creationId xmlns:a16="http://schemas.microsoft.com/office/drawing/2014/main" id="{F3646E2D-2F32-E281-9F62-1F8610210B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0116" y="800101"/>
                <a:ext cx="3545645" cy="2659224"/>
              </a:xfrm>
              <a:custGeom>
                <a:avLst/>
                <a:gdLst>
                  <a:gd name="csX0" fmla="*/ 0 w 3545645"/>
                  <a:gd name="csY0" fmla="*/ 0 h 2659224"/>
                  <a:gd name="csX1" fmla="*/ 590941 w 3545645"/>
                  <a:gd name="csY1" fmla="*/ 0 h 2659224"/>
                  <a:gd name="csX2" fmla="*/ 1252795 w 3545645"/>
                  <a:gd name="csY2" fmla="*/ 0 h 2659224"/>
                  <a:gd name="csX3" fmla="*/ 1843735 w 3545645"/>
                  <a:gd name="csY3" fmla="*/ 0 h 2659224"/>
                  <a:gd name="csX4" fmla="*/ 2328307 w 3545645"/>
                  <a:gd name="csY4" fmla="*/ 0 h 2659224"/>
                  <a:gd name="csX5" fmla="*/ 2990161 w 3545645"/>
                  <a:gd name="csY5" fmla="*/ 0 h 2659224"/>
                  <a:gd name="csX6" fmla="*/ 3545645 w 3545645"/>
                  <a:gd name="csY6" fmla="*/ 0 h 2659224"/>
                  <a:gd name="csX7" fmla="*/ 3545645 w 3545645"/>
                  <a:gd name="csY7" fmla="*/ 505253 h 2659224"/>
                  <a:gd name="csX8" fmla="*/ 3545645 w 3545645"/>
                  <a:gd name="csY8" fmla="*/ 1037097 h 2659224"/>
                  <a:gd name="csX9" fmla="*/ 3545645 w 3545645"/>
                  <a:gd name="csY9" fmla="*/ 1489165 h 2659224"/>
                  <a:gd name="csX10" fmla="*/ 3545645 w 3545645"/>
                  <a:gd name="csY10" fmla="*/ 2021010 h 2659224"/>
                  <a:gd name="csX11" fmla="*/ 3545645 w 3545645"/>
                  <a:gd name="csY11" fmla="*/ 2659224 h 2659224"/>
                  <a:gd name="csX12" fmla="*/ 2990161 w 3545645"/>
                  <a:gd name="csY12" fmla="*/ 2659224 h 2659224"/>
                  <a:gd name="csX13" fmla="*/ 2470133 w 3545645"/>
                  <a:gd name="csY13" fmla="*/ 2659224 h 2659224"/>
                  <a:gd name="csX14" fmla="*/ 1879192 w 3545645"/>
                  <a:gd name="csY14" fmla="*/ 2659224 h 2659224"/>
                  <a:gd name="csX15" fmla="*/ 1252795 w 3545645"/>
                  <a:gd name="csY15" fmla="*/ 2659224 h 2659224"/>
                  <a:gd name="csX16" fmla="*/ 732767 w 3545645"/>
                  <a:gd name="csY16" fmla="*/ 2659224 h 2659224"/>
                  <a:gd name="csX17" fmla="*/ 0 w 3545645"/>
                  <a:gd name="csY17" fmla="*/ 2659224 h 2659224"/>
                  <a:gd name="csX18" fmla="*/ 0 w 3545645"/>
                  <a:gd name="csY18" fmla="*/ 2153971 h 2659224"/>
                  <a:gd name="csX19" fmla="*/ 0 w 3545645"/>
                  <a:gd name="csY19" fmla="*/ 1622127 h 2659224"/>
                  <a:gd name="csX20" fmla="*/ 0 w 3545645"/>
                  <a:gd name="csY20" fmla="*/ 1116874 h 2659224"/>
                  <a:gd name="csX21" fmla="*/ 0 w 3545645"/>
                  <a:gd name="csY21" fmla="*/ 638214 h 2659224"/>
                  <a:gd name="csX22" fmla="*/ 0 w 3545645"/>
                  <a:gd name="csY22" fmla="*/ 0 h 26592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3545645" h="2659224" fill="none" extrusionOk="0">
                    <a:moveTo>
                      <a:pt x="0" y="0"/>
                    </a:moveTo>
                    <a:cubicBezTo>
                      <a:pt x="244019" y="-43694"/>
                      <a:pt x="365872" y="29272"/>
                      <a:pt x="590941" y="0"/>
                    </a:cubicBezTo>
                    <a:cubicBezTo>
                      <a:pt x="816010" y="-29272"/>
                      <a:pt x="1038250" y="31411"/>
                      <a:pt x="1252795" y="0"/>
                    </a:cubicBezTo>
                    <a:cubicBezTo>
                      <a:pt x="1467340" y="-31411"/>
                      <a:pt x="1605538" y="40618"/>
                      <a:pt x="1843735" y="0"/>
                    </a:cubicBezTo>
                    <a:cubicBezTo>
                      <a:pt x="2081932" y="-40618"/>
                      <a:pt x="2182338" y="43141"/>
                      <a:pt x="2328307" y="0"/>
                    </a:cubicBezTo>
                    <a:cubicBezTo>
                      <a:pt x="2474276" y="-43141"/>
                      <a:pt x="2661086" y="44002"/>
                      <a:pt x="2990161" y="0"/>
                    </a:cubicBezTo>
                    <a:cubicBezTo>
                      <a:pt x="3319236" y="-44002"/>
                      <a:pt x="3342237" y="17886"/>
                      <a:pt x="3545645" y="0"/>
                    </a:cubicBezTo>
                    <a:cubicBezTo>
                      <a:pt x="3580693" y="195960"/>
                      <a:pt x="3491215" y="299141"/>
                      <a:pt x="3545645" y="505253"/>
                    </a:cubicBezTo>
                    <a:cubicBezTo>
                      <a:pt x="3600075" y="711365"/>
                      <a:pt x="3505486" y="921501"/>
                      <a:pt x="3545645" y="1037097"/>
                    </a:cubicBezTo>
                    <a:cubicBezTo>
                      <a:pt x="3585804" y="1152693"/>
                      <a:pt x="3542402" y="1283045"/>
                      <a:pt x="3545645" y="1489165"/>
                    </a:cubicBezTo>
                    <a:cubicBezTo>
                      <a:pt x="3548888" y="1695285"/>
                      <a:pt x="3541527" y="1775129"/>
                      <a:pt x="3545645" y="2021010"/>
                    </a:cubicBezTo>
                    <a:cubicBezTo>
                      <a:pt x="3549763" y="2266891"/>
                      <a:pt x="3500760" y="2376298"/>
                      <a:pt x="3545645" y="2659224"/>
                    </a:cubicBezTo>
                    <a:cubicBezTo>
                      <a:pt x="3396312" y="2684397"/>
                      <a:pt x="3115076" y="2656804"/>
                      <a:pt x="2990161" y="2659224"/>
                    </a:cubicBezTo>
                    <a:cubicBezTo>
                      <a:pt x="2865246" y="2661644"/>
                      <a:pt x="2600115" y="2609858"/>
                      <a:pt x="2470133" y="2659224"/>
                    </a:cubicBezTo>
                    <a:cubicBezTo>
                      <a:pt x="2340151" y="2708590"/>
                      <a:pt x="2080714" y="2657314"/>
                      <a:pt x="1879192" y="2659224"/>
                    </a:cubicBezTo>
                    <a:cubicBezTo>
                      <a:pt x="1677670" y="2661134"/>
                      <a:pt x="1440921" y="2611079"/>
                      <a:pt x="1252795" y="2659224"/>
                    </a:cubicBezTo>
                    <a:cubicBezTo>
                      <a:pt x="1064669" y="2707369"/>
                      <a:pt x="854390" y="2603575"/>
                      <a:pt x="732767" y="2659224"/>
                    </a:cubicBezTo>
                    <a:cubicBezTo>
                      <a:pt x="611144" y="2714873"/>
                      <a:pt x="265451" y="2586717"/>
                      <a:pt x="0" y="2659224"/>
                    </a:cubicBezTo>
                    <a:cubicBezTo>
                      <a:pt x="-21907" y="2463243"/>
                      <a:pt x="41675" y="2374262"/>
                      <a:pt x="0" y="2153971"/>
                    </a:cubicBezTo>
                    <a:cubicBezTo>
                      <a:pt x="-41675" y="1933680"/>
                      <a:pt x="35133" y="1809520"/>
                      <a:pt x="0" y="1622127"/>
                    </a:cubicBezTo>
                    <a:cubicBezTo>
                      <a:pt x="-35133" y="1434734"/>
                      <a:pt x="11452" y="1317763"/>
                      <a:pt x="0" y="1116874"/>
                    </a:cubicBezTo>
                    <a:cubicBezTo>
                      <a:pt x="-11452" y="915985"/>
                      <a:pt x="39896" y="794200"/>
                      <a:pt x="0" y="638214"/>
                    </a:cubicBezTo>
                    <a:cubicBezTo>
                      <a:pt x="-39896" y="482228"/>
                      <a:pt x="42342" y="151418"/>
                      <a:pt x="0" y="0"/>
                    </a:cubicBezTo>
                    <a:close/>
                  </a:path>
                  <a:path w="3545645" h="2659224" stroke="0" extrusionOk="0">
                    <a:moveTo>
                      <a:pt x="0" y="0"/>
                    </a:moveTo>
                    <a:cubicBezTo>
                      <a:pt x="158532" y="-6567"/>
                      <a:pt x="428503" y="59161"/>
                      <a:pt x="661854" y="0"/>
                    </a:cubicBezTo>
                    <a:cubicBezTo>
                      <a:pt x="895205" y="-59161"/>
                      <a:pt x="1053581" y="72378"/>
                      <a:pt x="1323707" y="0"/>
                    </a:cubicBezTo>
                    <a:cubicBezTo>
                      <a:pt x="1593833" y="-72378"/>
                      <a:pt x="1723482" y="37799"/>
                      <a:pt x="1843735" y="0"/>
                    </a:cubicBezTo>
                    <a:cubicBezTo>
                      <a:pt x="1963988" y="-37799"/>
                      <a:pt x="2176974" y="54699"/>
                      <a:pt x="2399220" y="0"/>
                    </a:cubicBezTo>
                    <a:cubicBezTo>
                      <a:pt x="2621466" y="-54699"/>
                      <a:pt x="3098363" y="112131"/>
                      <a:pt x="3545645" y="0"/>
                    </a:cubicBezTo>
                    <a:cubicBezTo>
                      <a:pt x="3601837" y="135296"/>
                      <a:pt x="3504363" y="292670"/>
                      <a:pt x="3545645" y="478660"/>
                    </a:cubicBezTo>
                    <a:cubicBezTo>
                      <a:pt x="3586927" y="664650"/>
                      <a:pt x="3529449" y="829392"/>
                      <a:pt x="3545645" y="930728"/>
                    </a:cubicBezTo>
                    <a:cubicBezTo>
                      <a:pt x="3561841" y="1032064"/>
                      <a:pt x="3521359" y="1316424"/>
                      <a:pt x="3545645" y="1462573"/>
                    </a:cubicBezTo>
                    <a:cubicBezTo>
                      <a:pt x="3569931" y="1608723"/>
                      <a:pt x="3498517" y="1794961"/>
                      <a:pt x="3545645" y="1941234"/>
                    </a:cubicBezTo>
                    <a:cubicBezTo>
                      <a:pt x="3592773" y="2087507"/>
                      <a:pt x="3464836" y="2422403"/>
                      <a:pt x="3545645" y="2659224"/>
                    </a:cubicBezTo>
                    <a:cubicBezTo>
                      <a:pt x="3427273" y="2684499"/>
                      <a:pt x="3181334" y="2659015"/>
                      <a:pt x="3025617" y="2659224"/>
                    </a:cubicBezTo>
                    <a:cubicBezTo>
                      <a:pt x="2869900" y="2659433"/>
                      <a:pt x="2761250" y="2645020"/>
                      <a:pt x="2505589" y="2659224"/>
                    </a:cubicBezTo>
                    <a:cubicBezTo>
                      <a:pt x="2249928" y="2673428"/>
                      <a:pt x="2140311" y="2596107"/>
                      <a:pt x="1950105" y="2659224"/>
                    </a:cubicBezTo>
                    <a:cubicBezTo>
                      <a:pt x="1759899" y="2722341"/>
                      <a:pt x="1462245" y="2626149"/>
                      <a:pt x="1288251" y="2659224"/>
                    </a:cubicBezTo>
                    <a:cubicBezTo>
                      <a:pt x="1114257" y="2692299"/>
                      <a:pt x="1005515" y="2656097"/>
                      <a:pt x="768223" y="2659224"/>
                    </a:cubicBezTo>
                    <a:cubicBezTo>
                      <a:pt x="530931" y="2662351"/>
                      <a:pt x="212972" y="2617428"/>
                      <a:pt x="0" y="2659224"/>
                    </a:cubicBezTo>
                    <a:cubicBezTo>
                      <a:pt x="-34249" y="2564190"/>
                      <a:pt x="41234" y="2333073"/>
                      <a:pt x="0" y="2207156"/>
                    </a:cubicBezTo>
                    <a:cubicBezTo>
                      <a:pt x="-41234" y="2081239"/>
                      <a:pt x="30872" y="1827254"/>
                      <a:pt x="0" y="1648719"/>
                    </a:cubicBezTo>
                    <a:cubicBezTo>
                      <a:pt x="-30872" y="1470184"/>
                      <a:pt x="45350" y="1322816"/>
                      <a:pt x="0" y="1090282"/>
                    </a:cubicBezTo>
                    <a:cubicBezTo>
                      <a:pt x="-45350" y="857748"/>
                      <a:pt x="56018" y="820115"/>
                      <a:pt x="0" y="558437"/>
                    </a:cubicBezTo>
                    <a:cubicBezTo>
                      <a:pt x="-56018" y="296759"/>
                      <a:pt x="29143" y="209190"/>
                      <a:pt x="0" y="0"/>
                    </a:cubicBezTo>
                    <a:close/>
                  </a:path>
                </a:pathLst>
              </a:custGeom>
              <a:ln w="9525" cap="sq">
                <a:solidFill>
                  <a:schemeClr val="tx1"/>
                </a:solidFill>
                <a:prstDash val="solid"/>
                <a:miter lim="800000"/>
                <a:extLst>
                  <a:ext uri="{C807C97D-BFC1-408E-A445-0C87EB9F89A2}">
                    <ask:lineSketchStyleProps xmlns:ask="http://schemas.microsoft.com/office/drawing/2018/sketchyshapes" sd="724115510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1CF83350-9A90-D668-2BCA-1F12B39556D4}"/>
                      </a:ext>
                    </a:extLst>
                  </p:cNvPr>
                  <p:cNvSpPr txBox="1"/>
                  <p:nvPr/>
                </p:nvSpPr>
                <p:spPr>
                  <a:xfrm>
                    <a:off x="559782" y="971311"/>
                    <a:ext cx="40481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1CF83350-9A90-D668-2BCA-1F12B39556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782" y="971311"/>
                    <a:ext cx="404812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3C89C9F6-1DD8-7C1C-92B8-B0E3059D17C2}"/>
                      </a:ext>
                    </a:extLst>
                  </p:cNvPr>
                  <p:cNvSpPr txBox="1"/>
                  <p:nvPr/>
                </p:nvSpPr>
                <p:spPr>
                  <a:xfrm>
                    <a:off x="620284" y="2937691"/>
                    <a:ext cx="40481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3C89C9F6-1DD8-7C1C-92B8-B0E3059D17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0284" y="2937691"/>
                    <a:ext cx="404812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878757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E87237-8636-854B-8E83-318F7DBFA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A7C1D1-DA89-9E2C-BD7F-2D6814EE8CB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9C33C-380E-5D13-6DF0-6F07EC259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11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52F4CB9-6DD7-312C-FF87-2147A8CF09D8}"/>
              </a:ext>
            </a:extLst>
          </p:cNvPr>
          <p:cNvGrpSpPr/>
          <p:nvPr/>
        </p:nvGrpSpPr>
        <p:grpSpPr>
          <a:xfrm>
            <a:off x="869277" y="1538440"/>
            <a:ext cx="4230340" cy="4376137"/>
            <a:chOff x="700834" y="1854564"/>
            <a:chExt cx="4230340" cy="4376137"/>
          </a:xfrm>
        </p:grpSpPr>
        <p:pic>
          <p:nvPicPr>
            <p:cNvPr id="12290" name="Picture 2">
              <a:extLst>
                <a:ext uri="{FF2B5EF4-FFF2-40B4-BE49-F238E27FC236}">
                  <a16:creationId xmlns:a16="http://schemas.microsoft.com/office/drawing/2014/main" id="{63C037DB-0577-F382-3ED1-1C02AD0DD6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0834" y="1854564"/>
              <a:ext cx="4230340" cy="412622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4D64629-D08C-64C7-8481-DA358F60BBED}"/>
                </a:ext>
              </a:extLst>
            </p:cNvPr>
            <p:cNvSpPr txBox="1"/>
            <p:nvPr/>
          </p:nvSpPr>
          <p:spPr>
            <a:xfrm>
              <a:off x="2181874" y="5953702"/>
              <a:ext cx="12682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physics.thick.jp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7329D6A-F1A8-D158-9A77-EDA119AA2AC1}"/>
              </a:ext>
            </a:extLst>
          </p:cNvPr>
          <p:cNvSpPr txBox="1"/>
          <p:nvPr/>
        </p:nvSpPr>
        <p:spPr>
          <a:xfrm>
            <a:off x="700834" y="807806"/>
            <a:ext cx="4962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Polarization effect in Reflection and Refraction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E3F83-A205-3A2B-D254-6A3E78D32039}"/>
              </a:ext>
            </a:extLst>
          </p:cNvPr>
          <p:cNvSpPr txBox="1"/>
          <p:nvPr/>
        </p:nvSpPr>
        <p:spPr>
          <a:xfrm>
            <a:off x="4824665" y="5867"/>
            <a:ext cx="2555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field - propagation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5D0247-4567-F1AD-074D-89DECF77C1A6}"/>
              </a:ext>
            </a:extLst>
          </p:cNvPr>
          <p:cNvSpPr txBox="1"/>
          <p:nvPr/>
        </p:nvSpPr>
        <p:spPr>
          <a:xfrm>
            <a:off x="7299580" y="2991640"/>
            <a:ext cx="3275599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hlinkClick r:id="rId3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Refraction simulation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1: Transmission and reflection at a polarizing beam splitter. | Download  Scientific Diagram">
            <a:extLst>
              <a:ext uri="{FF2B5EF4-FFF2-40B4-BE49-F238E27FC236}">
                <a16:creationId xmlns:a16="http://schemas.microsoft.com/office/drawing/2014/main" id="{8A4927A4-FD66-198E-04FB-0CF6EC09D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158826"/>
            <a:ext cx="4312323" cy="182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C9F7DE-4FB0-B314-4F58-CEDA84C83DB9}"/>
              </a:ext>
            </a:extLst>
          </p:cNvPr>
          <p:cNvSpPr txBox="1"/>
          <p:nvPr/>
        </p:nvSpPr>
        <p:spPr>
          <a:xfrm>
            <a:off x="7400218" y="720303"/>
            <a:ext cx="307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Polarizing BS in microscopes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50831C9-D3D9-0E22-8491-C626379C3C62}"/>
              </a:ext>
            </a:extLst>
          </p:cNvPr>
          <p:cNvGrpSpPr/>
          <p:nvPr/>
        </p:nvGrpSpPr>
        <p:grpSpPr>
          <a:xfrm>
            <a:off x="5848350" y="4038951"/>
            <a:ext cx="5312816" cy="2277916"/>
            <a:chOff x="6238875" y="4086576"/>
            <a:chExt cx="5312816" cy="2277916"/>
          </a:xfrm>
        </p:grpSpPr>
        <p:pic>
          <p:nvPicPr>
            <p:cNvPr id="5124" name="Picture 4" descr="Fresnel reflectivity">
              <a:extLst>
                <a:ext uri="{FF2B5EF4-FFF2-40B4-BE49-F238E27FC236}">
                  <a16:creationId xmlns:a16="http://schemas.microsoft.com/office/drawing/2014/main" id="{E2152B4C-85D8-67B9-95D6-87EAB63383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99580" y="4086576"/>
              <a:ext cx="4252111" cy="227791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52F732B-AC4B-6D79-7FD8-E028861253EC}"/>
                </a:ext>
              </a:extLst>
            </p:cNvPr>
            <p:cNvSpPr txBox="1"/>
            <p:nvPr/>
          </p:nvSpPr>
          <p:spPr>
            <a:xfrm>
              <a:off x="6238875" y="4774854"/>
              <a:ext cx="102260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Fresnel equations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4205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3B676-3B07-BB6A-B57D-2896B1D62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292DFE-0DFD-6739-2D40-C974A1B75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57B9C-E3D7-3505-AC33-A691B5E1C40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134A9-139E-92BB-8214-B9E1310F8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12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0063564-9F29-14CB-D0ED-D00D49F4F336}"/>
              </a:ext>
            </a:extLst>
          </p:cNvPr>
          <p:cNvGrpSpPr/>
          <p:nvPr/>
        </p:nvGrpSpPr>
        <p:grpSpPr>
          <a:xfrm>
            <a:off x="591235" y="1204213"/>
            <a:ext cx="7578642" cy="2528910"/>
            <a:chOff x="591235" y="1192181"/>
            <a:chExt cx="7578642" cy="252891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7B14835-1404-C228-0695-638FAC8E325C}"/>
                </a:ext>
              </a:extLst>
            </p:cNvPr>
            <p:cNvSpPr/>
            <p:nvPr/>
          </p:nvSpPr>
          <p:spPr>
            <a:xfrm>
              <a:off x="591235" y="1192181"/>
              <a:ext cx="7578642" cy="251437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4E5B9B7B-47D4-03D6-ACBD-57AE5494FD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235" y="1391745"/>
              <a:ext cx="7578642" cy="2329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75B7820-3471-8FF8-982B-351C93E9CAED}"/>
              </a:ext>
            </a:extLst>
          </p:cNvPr>
          <p:cNvSpPr txBox="1"/>
          <p:nvPr/>
        </p:nvSpPr>
        <p:spPr>
          <a:xfrm>
            <a:off x="2099949" y="3797677"/>
            <a:ext cx="50436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https://en.wikipedia.org/wiki/Reflection_(physics)#Laws_of_reflection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231453-B916-84A2-2A02-22D09B2028C1}"/>
                  </a:ext>
                </a:extLst>
              </p:cNvPr>
              <p:cNvSpPr txBox="1"/>
              <p:nvPr/>
            </p:nvSpPr>
            <p:spPr>
              <a:xfrm>
                <a:off x="6376732" y="4120884"/>
                <a:ext cx="5208734" cy="2053960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 marL="72000"/>
                <a:r>
                  <a:rPr 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vacuum: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λ</m:t>
                    </m:r>
                    <m:sSub>
                      <m:sSubPr>
                        <m:ctrlPr>
                          <a:rPr lang="el-G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𝑣𝑎𝑐𝑢𝑢𝑚</m:t>
                        </m:r>
                      </m:sub>
                    </m:sSub>
                  </m:oMath>
                </a14:m>
                <a:r>
                  <a:rPr lang="en-US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72000"/>
                <a:r>
                  <a:rPr lang="en-US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In medium: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72000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𝑣𝑎𝑐𝑢𝑢𝑚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𝑚𝑒𝑑𝑖𝑢𝑚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(function of source)</a:t>
                </a:r>
              </a:p>
              <a:p>
                <a:pPr marL="72000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𝑝h𝑜𝑡𝑜𝑛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h𝑓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(Energy of light photon)</a:t>
                </a:r>
              </a:p>
              <a:p>
                <a:pPr marL="72000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color that our eyes perceive: Energy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frequency</a:t>
                </a:r>
              </a:p>
              <a:p>
                <a:pPr marL="72000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000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Refractive index,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function of the </a:t>
                </a:r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wavelength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231453-B916-84A2-2A02-22D09B202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732" y="4120884"/>
                <a:ext cx="5208734" cy="20539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C74732F-5633-12A6-370F-1A44EBF9D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239134"/>
              </p:ext>
            </p:extLst>
          </p:nvPr>
        </p:nvGraphicFramePr>
        <p:xfrm>
          <a:off x="8797214" y="1204213"/>
          <a:ext cx="2657475" cy="21945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1495425">
                  <a:extLst>
                    <a:ext uri="{9D8B030D-6E8A-4147-A177-3AD203B41FA5}">
                      <a16:colId xmlns:a16="http://schemas.microsoft.com/office/drawing/2014/main" val="1503854508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1896662610"/>
                    </a:ext>
                  </a:extLst>
                </a:gridCol>
              </a:tblGrid>
              <a:tr h="32630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73039"/>
                  </a:ext>
                </a:extLst>
              </a:tr>
              <a:tr h="32630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3237790"/>
                  </a:ext>
                </a:extLst>
              </a:tr>
              <a:tr h="32630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397412"/>
                  </a:ext>
                </a:extLst>
              </a:tr>
              <a:tr h="32630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PBS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733300"/>
                  </a:ext>
                </a:extLst>
              </a:tr>
              <a:tr h="32630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Immersion oil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1619512"/>
                  </a:ext>
                </a:extLst>
              </a:tr>
              <a:tr h="32630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1.46 - 1.8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5650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18EE0C5-FD46-42CE-9ECE-B099F2B0DDEA}"/>
              </a:ext>
            </a:extLst>
          </p:cNvPr>
          <p:cNvSpPr txBox="1"/>
          <p:nvPr/>
        </p:nvSpPr>
        <p:spPr>
          <a:xfrm>
            <a:off x="463655" y="632939"/>
            <a:ext cx="4505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Refractive Index and Total Internal Reflection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36893F-37B5-9F75-E70C-63C928A81AE2}"/>
              </a:ext>
            </a:extLst>
          </p:cNvPr>
          <p:cNvSpPr txBox="1"/>
          <p:nvPr/>
        </p:nvSpPr>
        <p:spPr>
          <a:xfrm>
            <a:off x="4824665" y="5867"/>
            <a:ext cx="2555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field - propagation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56CBB-BF39-8137-F9CE-13ED961CB338}"/>
              </a:ext>
            </a:extLst>
          </p:cNvPr>
          <p:cNvSpPr txBox="1"/>
          <p:nvPr/>
        </p:nvSpPr>
        <p:spPr>
          <a:xfrm>
            <a:off x="1076545" y="4665322"/>
            <a:ext cx="3545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Refractive index of most biological specimen is around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1.4</a:t>
            </a:r>
          </a:p>
        </p:txBody>
      </p:sp>
    </p:spTree>
    <p:extLst>
      <p:ext uri="{BB962C8B-B14F-4D97-AF65-F5344CB8AC3E}">
        <p14:creationId xmlns:p14="http://schemas.microsoft.com/office/powerpoint/2010/main" val="3508529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57467-4C19-1410-A2B8-65421C036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21B6F5-7AE2-504A-7484-1B2D05FFE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7F3887-DB79-D3BE-F823-40626F82359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71B9B-48B7-6F59-92A4-CAFAB6DFA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13">
            <a:extLst>
              <a:ext uri="{FF2B5EF4-FFF2-40B4-BE49-F238E27FC236}">
                <a16:creationId xmlns:a16="http://schemas.microsoft.com/office/drawing/2014/main" id="{C50EDDE8-88A3-32D6-3F3C-160B68EC880C}"/>
              </a:ext>
            </a:extLst>
          </p:cNvPr>
          <p:cNvSpPr txBox="1">
            <a:spLocks/>
          </p:cNvSpPr>
          <p:nvPr/>
        </p:nvSpPr>
        <p:spPr>
          <a:xfrm>
            <a:off x="6562724" y="635052"/>
            <a:ext cx="5000625" cy="2139016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Coherent light: well-defined relationship in phase at different points in space (wavelength dependent)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constructive and destructive interference- useful for looking at path-length differences and moving light-scatterers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59874A-EAFB-DB6A-E6D1-6A2799373B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028" y="635052"/>
            <a:ext cx="4365224" cy="561242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6597B3F-BFF1-113C-C466-18BCD740B0C1}"/>
              </a:ext>
            </a:extLst>
          </p:cNvPr>
          <p:cNvSpPr txBox="1">
            <a:spLocks/>
          </p:cNvSpPr>
          <p:nvPr/>
        </p:nvSpPr>
        <p:spPr>
          <a:xfrm>
            <a:off x="3265478" y="-12032"/>
            <a:ext cx="5685107" cy="4370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field - Coherence and Interference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CD2C63-EEED-86CA-298A-701CB6B1038D}"/>
              </a:ext>
            </a:extLst>
          </p:cNvPr>
          <p:cNvGrpSpPr/>
          <p:nvPr/>
        </p:nvGrpSpPr>
        <p:grpSpPr>
          <a:xfrm>
            <a:off x="6562725" y="2905125"/>
            <a:ext cx="5000625" cy="3336335"/>
            <a:chOff x="6562725" y="2990850"/>
            <a:chExt cx="5000625" cy="333633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E3E302E-331B-DDDB-BE54-0A19E7E9BD42}"/>
                </a:ext>
              </a:extLst>
            </p:cNvPr>
            <p:cNvSpPr/>
            <p:nvPr/>
          </p:nvSpPr>
          <p:spPr>
            <a:xfrm>
              <a:off x="6562725" y="2990850"/>
              <a:ext cx="5000625" cy="3336335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BE85C13-F8EF-8D26-9A2E-2777E98FE76D}"/>
                </a:ext>
              </a:extLst>
            </p:cNvPr>
            <p:cNvGrpSpPr/>
            <p:nvPr/>
          </p:nvGrpSpPr>
          <p:grpSpPr>
            <a:xfrm>
              <a:off x="6644850" y="3076575"/>
              <a:ext cx="4812004" cy="3098211"/>
              <a:chOff x="5120850" y="3429000"/>
              <a:chExt cx="4812004" cy="3098211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84B0022-0AD3-E0EC-6D90-54333C7A590D}"/>
                  </a:ext>
                </a:extLst>
              </p:cNvPr>
              <p:cNvGrpSpPr/>
              <p:nvPr/>
            </p:nvGrpSpPr>
            <p:grpSpPr>
              <a:xfrm>
                <a:off x="5120850" y="3429000"/>
                <a:ext cx="4812004" cy="3098211"/>
                <a:chOff x="6330525" y="3453206"/>
                <a:chExt cx="4812004" cy="3098211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9CB462E4-AC97-54B2-B822-2989E72D4D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615" t="32941" r="16531"/>
                <a:stretch/>
              </p:blipFill>
              <p:spPr>
                <a:xfrm>
                  <a:off x="6330525" y="3518171"/>
                  <a:ext cx="4812004" cy="3033246"/>
                </a:xfrm>
                <a:prstGeom prst="rect">
                  <a:avLst/>
                </a:prstGeom>
                <a:ln>
                  <a:noFill/>
                </a:ln>
              </p:spPr>
            </p:pic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B31AD9D-1A04-1EEC-2EA2-D2F86CC6A65B}"/>
                    </a:ext>
                  </a:extLst>
                </p:cNvPr>
                <p:cNvSpPr txBox="1"/>
                <p:nvPr/>
              </p:nvSpPr>
              <p:spPr>
                <a:xfrm>
                  <a:off x="6330525" y="3453206"/>
                  <a:ext cx="2524125" cy="338554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Constructive Interference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FE20F8D-F24F-A3BE-40F8-49C2133DB9B6}"/>
                    </a:ext>
                  </a:extLst>
                </p:cNvPr>
                <p:cNvSpPr txBox="1"/>
                <p:nvPr/>
              </p:nvSpPr>
              <p:spPr>
                <a:xfrm>
                  <a:off x="8854650" y="3453206"/>
                  <a:ext cx="2287879" cy="338554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Destructive Interference</a:t>
                  </a:r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B2CCEB-64E7-D52D-4AAC-A2A1A1EAED74}"/>
                  </a:ext>
                </a:extLst>
              </p:cNvPr>
              <p:cNvSpPr txBox="1"/>
              <p:nvPr/>
            </p:nvSpPr>
            <p:spPr>
              <a:xfrm>
                <a:off x="7726895" y="6141310"/>
                <a:ext cx="2162137" cy="2548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http://study.com/cimages/multimages/16/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1822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A3DDF-AAD3-6190-A9C7-ADC071604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255FA5-27A1-6B62-6923-CEA165AC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C208C9-D013-ABFA-9254-D14E19CAB90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48656-E69B-BC94-643D-686BC55AE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14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21CFF84-C240-2047-0EAD-B84B98DFC681}"/>
              </a:ext>
            </a:extLst>
          </p:cNvPr>
          <p:cNvGrpSpPr>
            <a:grpSpLocks noChangeAspect="1"/>
          </p:cNvGrpSpPr>
          <p:nvPr/>
        </p:nvGrpSpPr>
        <p:grpSpPr>
          <a:xfrm>
            <a:off x="333677" y="1383366"/>
            <a:ext cx="5138769" cy="2495325"/>
            <a:chOff x="553376" y="1914525"/>
            <a:chExt cx="7484110" cy="363419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5290030-6FD7-6895-1991-EC8BE055D0BC}"/>
                </a:ext>
              </a:extLst>
            </p:cNvPr>
            <p:cNvSpPr/>
            <p:nvPr/>
          </p:nvSpPr>
          <p:spPr>
            <a:xfrm>
              <a:off x="553376" y="1914525"/>
              <a:ext cx="7466586" cy="3009719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172" name="Picture 4" descr="a diagram showing the constructive interference of light waves">
              <a:extLst>
                <a:ext uri="{FF2B5EF4-FFF2-40B4-BE49-F238E27FC236}">
                  <a16:creationId xmlns:a16="http://schemas.microsoft.com/office/drawing/2014/main" id="{F4951CFD-5417-0829-17FA-19B7C985F9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483" y="2066925"/>
              <a:ext cx="3356640" cy="252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4" name="Picture 6" descr="a diagram showing the destructive interference of light waves">
              <a:extLst>
                <a:ext uri="{FF2B5EF4-FFF2-40B4-BE49-F238E27FC236}">
                  <a16:creationId xmlns:a16="http://schemas.microsoft.com/office/drawing/2014/main" id="{C5DA28FC-DC4A-7458-2A5A-CAA2B5A9A9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9303" y="2067875"/>
              <a:ext cx="3584802" cy="25190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44652D7-9421-28B9-FE2C-BB21CD802B1C}"/>
                </a:ext>
              </a:extLst>
            </p:cNvPr>
            <p:cNvSpPr txBox="1"/>
            <p:nvPr/>
          </p:nvSpPr>
          <p:spPr>
            <a:xfrm>
              <a:off x="622159" y="4876348"/>
              <a:ext cx="7415327" cy="672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hlinkClick r:id="rId4"/>
                </a:rPr>
                <a:t>https://evidentscientific.com/en/microscope-resource/knowledge-hub/lightandcolor/interference</a:t>
              </a:r>
              <a:endParaRPr lang="en-US" sz="12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B4F867-A854-1E37-9AD4-E4202DCE9817}"/>
                  </a:ext>
                </a:extLst>
              </p:cNvPr>
              <p:cNvSpPr txBox="1"/>
              <p:nvPr/>
            </p:nvSpPr>
            <p:spPr>
              <a:xfrm>
                <a:off x="6909030" y="5033103"/>
                <a:ext cx="3843179" cy="406971"/>
              </a:xfrm>
              <a:custGeom>
                <a:avLst/>
                <a:gdLst>
                  <a:gd name="csX0" fmla="*/ 0 w 3843179"/>
                  <a:gd name="csY0" fmla="*/ 0 h 406971"/>
                  <a:gd name="csX1" fmla="*/ 549026 w 3843179"/>
                  <a:gd name="csY1" fmla="*/ 0 h 406971"/>
                  <a:gd name="csX2" fmla="*/ 1136483 w 3843179"/>
                  <a:gd name="csY2" fmla="*/ 0 h 406971"/>
                  <a:gd name="csX3" fmla="*/ 1608645 w 3843179"/>
                  <a:gd name="csY3" fmla="*/ 0 h 406971"/>
                  <a:gd name="csX4" fmla="*/ 2080807 w 3843179"/>
                  <a:gd name="csY4" fmla="*/ 0 h 406971"/>
                  <a:gd name="csX5" fmla="*/ 2591401 w 3843179"/>
                  <a:gd name="csY5" fmla="*/ 0 h 406971"/>
                  <a:gd name="csX6" fmla="*/ 3140426 w 3843179"/>
                  <a:gd name="csY6" fmla="*/ 0 h 406971"/>
                  <a:gd name="csX7" fmla="*/ 3843179 w 3843179"/>
                  <a:gd name="csY7" fmla="*/ 0 h 406971"/>
                  <a:gd name="csX8" fmla="*/ 3843179 w 3843179"/>
                  <a:gd name="csY8" fmla="*/ 406971 h 406971"/>
                  <a:gd name="csX9" fmla="*/ 3409449 w 3843179"/>
                  <a:gd name="csY9" fmla="*/ 406971 h 406971"/>
                  <a:gd name="csX10" fmla="*/ 2937287 w 3843179"/>
                  <a:gd name="csY10" fmla="*/ 406971 h 406971"/>
                  <a:gd name="csX11" fmla="*/ 2465125 w 3843179"/>
                  <a:gd name="csY11" fmla="*/ 406971 h 406971"/>
                  <a:gd name="csX12" fmla="*/ 1877667 w 3843179"/>
                  <a:gd name="csY12" fmla="*/ 406971 h 406971"/>
                  <a:gd name="csX13" fmla="*/ 1328642 w 3843179"/>
                  <a:gd name="csY13" fmla="*/ 406971 h 406971"/>
                  <a:gd name="csX14" fmla="*/ 894912 w 3843179"/>
                  <a:gd name="csY14" fmla="*/ 406971 h 406971"/>
                  <a:gd name="csX15" fmla="*/ 0 w 3843179"/>
                  <a:gd name="csY15" fmla="*/ 406971 h 406971"/>
                  <a:gd name="csX16" fmla="*/ 0 w 3843179"/>
                  <a:gd name="csY16" fmla="*/ 0 h 4069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3843179" h="406971" extrusionOk="0">
                    <a:moveTo>
                      <a:pt x="0" y="0"/>
                    </a:moveTo>
                    <a:cubicBezTo>
                      <a:pt x="145102" y="-22058"/>
                      <a:pt x="276644" y="24021"/>
                      <a:pt x="549026" y="0"/>
                    </a:cubicBezTo>
                    <a:cubicBezTo>
                      <a:pt x="821408" y="-24021"/>
                      <a:pt x="926331" y="70021"/>
                      <a:pt x="1136483" y="0"/>
                    </a:cubicBezTo>
                    <a:cubicBezTo>
                      <a:pt x="1346635" y="-70021"/>
                      <a:pt x="1398403" y="11416"/>
                      <a:pt x="1608645" y="0"/>
                    </a:cubicBezTo>
                    <a:cubicBezTo>
                      <a:pt x="1818887" y="-11416"/>
                      <a:pt x="1877005" y="44774"/>
                      <a:pt x="2080807" y="0"/>
                    </a:cubicBezTo>
                    <a:cubicBezTo>
                      <a:pt x="2284609" y="-44774"/>
                      <a:pt x="2363377" y="30422"/>
                      <a:pt x="2591401" y="0"/>
                    </a:cubicBezTo>
                    <a:cubicBezTo>
                      <a:pt x="2819425" y="-30422"/>
                      <a:pt x="2893986" y="63055"/>
                      <a:pt x="3140426" y="0"/>
                    </a:cubicBezTo>
                    <a:cubicBezTo>
                      <a:pt x="3386867" y="-63055"/>
                      <a:pt x="3494011" y="14678"/>
                      <a:pt x="3843179" y="0"/>
                    </a:cubicBezTo>
                    <a:cubicBezTo>
                      <a:pt x="3867801" y="159903"/>
                      <a:pt x="3824300" y="268796"/>
                      <a:pt x="3843179" y="406971"/>
                    </a:cubicBezTo>
                    <a:cubicBezTo>
                      <a:pt x="3658650" y="434639"/>
                      <a:pt x="3590831" y="371674"/>
                      <a:pt x="3409449" y="406971"/>
                    </a:cubicBezTo>
                    <a:cubicBezTo>
                      <a:pt x="3228067" y="442268"/>
                      <a:pt x="3084843" y="406235"/>
                      <a:pt x="2937287" y="406971"/>
                    </a:cubicBezTo>
                    <a:cubicBezTo>
                      <a:pt x="2789731" y="407707"/>
                      <a:pt x="2661860" y="372990"/>
                      <a:pt x="2465125" y="406971"/>
                    </a:cubicBezTo>
                    <a:cubicBezTo>
                      <a:pt x="2268390" y="440952"/>
                      <a:pt x="2061571" y="388041"/>
                      <a:pt x="1877667" y="406971"/>
                    </a:cubicBezTo>
                    <a:cubicBezTo>
                      <a:pt x="1693763" y="425901"/>
                      <a:pt x="1461049" y="385818"/>
                      <a:pt x="1328642" y="406971"/>
                    </a:cubicBezTo>
                    <a:cubicBezTo>
                      <a:pt x="1196236" y="428124"/>
                      <a:pt x="1032092" y="387394"/>
                      <a:pt x="894912" y="406971"/>
                    </a:cubicBezTo>
                    <a:cubicBezTo>
                      <a:pt x="757732" y="426548"/>
                      <a:pt x="257088" y="307513"/>
                      <a:pt x="0" y="406971"/>
                    </a:cubicBezTo>
                    <a:cubicBezTo>
                      <a:pt x="-919" y="270059"/>
                      <a:pt x="1607" y="114740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126102546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small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func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B4F867-A854-1E37-9AD4-E4202DCE9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030" y="5033103"/>
                <a:ext cx="3843179" cy="406971"/>
              </a:xfrm>
              <a:prstGeom prst="rect">
                <a:avLst/>
              </a:prstGeom>
              <a:blipFill>
                <a:blip r:embed="rId5"/>
                <a:stretch>
                  <a:fillRect b="-11842"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126102546">
                      <a:custGeom>
                        <a:avLst/>
                        <a:gdLst>
                          <a:gd name="csX0" fmla="*/ 0 w 3843179"/>
                          <a:gd name="csY0" fmla="*/ 0 h 406971"/>
                          <a:gd name="csX1" fmla="*/ 549026 w 3843179"/>
                          <a:gd name="csY1" fmla="*/ 0 h 406971"/>
                          <a:gd name="csX2" fmla="*/ 1136483 w 3843179"/>
                          <a:gd name="csY2" fmla="*/ 0 h 406971"/>
                          <a:gd name="csX3" fmla="*/ 1608645 w 3843179"/>
                          <a:gd name="csY3" fmla="*/ 0 h 406971"/>
                          <a:gd name="csX4" fmla="*/ 2080807 w 3843179"/>
                          <a:gd name="csY4" fmla="*/ 0 h 406971"/>
                          <a:gd name="csX5" fmla="*/ 2591401 w 3843179"/>
                          <a:gd name="csY5" fmla="*/ 0 h 406971"/>
                          <a:gd name="csX6" fmla="*/ 3140426 w 3843179"/>
                          <a:gd name="csY6" fmla="*/ 0 h 406971"/>
                          <a:gd name="csX7" fmla="*/ 3843179 w 3843179"/>
                          <a:gd name="csY7" fmla="*/ 0 h 406971"/>
                          <a:gd name="csX8" fmla="*/ 3843179 w 3843179"/>
                          <a:gd name="csY8" fmla="*/ 406971 h 406971"/>
                          <a:gd name="csX9" fmla="*/ 3409449 w 3843179"/>
                          <a:gd name="csY9" fmla="*/ 406971 h 406971"/>
                          <a:gd name="csX10" fmla="*/ 2937287 w 3843179"/>
                          <a:gd name="csY10" fmla="*/ 406971 h 406971"/>
                          <a:gd name="csX11" fmla="*/ 2465125 w 3843179"/>
                          <a:gd name="csY11" fmla="*/ 406971 h 406971"/>
                          <a:gd name="csX12" fmla="*/ 1877667 w 3843179"/>
                          <a:gd name="csY12" fmla="*/ 406971 h 406971"/>
                          <a:gd name="csX13" fmla="*/ 1328642 w 3843179"/>
                          <a:gd name="csY13" fmla="*/ 406971 h 406971"/>
                          <a:gd name="csX14" fmla="*/ 894912 w 3843179"/>
                          <a:gd name="csY14" fmla="*/ 406971 h 406971"/>
                          <a:gd name="csX15" fmla="*/ 0 w 3843179"/>
                          <a:gd name="csY15" fmla="*/ 406971 h 406971"/>
                          <a:gd name="csX16" fmla="*/ 0 w 3843179"/>
                          <a:gd name="csY16" fmla="*/ 0 h 406971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</a:cxnLst>
                        <a:rect l="l" t="t" r="r" b="b"/>
                        <a:pathLst>
                          <a:path w="3843179" h="406971" extrusionOk="0">
                            <a:moveTo>
                              <a:pt x="0" y="0"/>
                            </a:moveTo>
                            <a:cubicBezTo>
                              <a:pt x="145102" y="-22058"/>
                              <a:pt x="276644" y="24021"/>
                              <a:pt x="549026" y="0"/>
                            </a:cubicBezTo>
                            <a:cubicBezTo>
                              <a:pt x="821408" y="-24021"/>
                              <a:pt x="926331" y="70021"/>
                              <a:pt x="1136483" y="0"/>
                            </a:cubicBezTo>
                            <a:cubicBezTo>
                              <a:pt x="1346635" y="-70021"/>
                              <a:pt x="1398403" y="11416"/>
                              <a:pt x="1608645" y="0"/>
                            </a:cubicBezTo>
                            <a:cubicBezTo>
                              <a:pt x="1818887" y="-11416"/>
                              <a:pt x="1877005" y="44774"/>
                              <a:pt x="2080807" y="0"/>
                            </a:cubicBezTo>
                            <a:cubicBezTo>
                              <a:pt x="2284609" y="-44774"/>
                              <a:pt x="2363377" y="30422"/>
                              <a:pt x="2591401" y="0"/>
                            </a:cubicBezTo>
                            <a:cubicBezTo>
                              <a:pt x="2819425" y="-30422"/>
                              <a:pt x="2893986" y="63055"/>
                              <a:pt x="3140426" y="0"/>
                            </a:cubicBezTo>
                            <a:cubicBezTo>
                              <a:pt x="3386867" y="-63055"/>
                              <a:pt x="3494011" y="14678"/>
                              <a:pt x="3843179" y="0"/>
                            </a:cubicBezTo>
                            <a:cubicBezTo>
                              <a:pt x="3867801" y="159903"/>
                              <a:pt x="3824300" y="268796"/>
                              <a:pt x="3843179" y="406971"/>
                            </a:cubicBezTo>
                            <a:cubicBezTo>
                              <a:pt x="3658650" y="434639"/>
                              <a:pt x="3590831" y="371674"/>
                              <a:pt x="3409449" y="406971"/>
                            </a:cubicBezTo>
                            <a:cubicBezTo>
                              <a:pt x="3228067" y="442268"/>
                              <a:pt x="3084843" y="406235"/>
                              <a:pt x="2937287" y="406971"/>
                            </a:cubicBezTo>
                            <a:cubicBezTo>
                              <a:pt x="2789731" y="407707"/>
                              <a:pt x="2661860" y="372990"/>
                              <a:pt x="2465125" y="406971"/>
                            </a:cubicBezTo>
                            <a:cubicBezTo>
                              <a:pt x="2268390" y="440952"/>
                              <a:pt x="2061571" y="388041"/>
                              <a:pt x="1877667" y="406971"/>
                            </a:cubicBezTo>
                            <a:cubicBezTo>
                              <a:pt x="1693763" y="425901"/>
                              <a:pt x="1461049" y="385818"/>
                              <a:pt x="1328642" y="406971"/>
                            </a:cubicBezTo>
                            <a:cubicBezTo>
                              <a:pt x="1196236" y="428124"/>
                              <a:pt x="1032092" y="387394"/>
                              <a:pt x="894912" y="406971"/>
                            </a:cubicBezTo>
                            <a:cubicBezTo>
                              <a:pt x="757732" y="426548"/>
                              <a:pt x="257088" y="307513"/>
                              <a:pt x="0" y="406971"/>
                            </a:cubicBezTo>
                            <a:cubicBezTo>
                              <a:pt x="-919" y="270059"/>
                              <a:pt x="1607" y="114740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EA6EE0C-2DB3-F42C-E47C-2334FB93E0A8}"/>
              </a:ext>
            </a:extLst>
          </p:cNvPr>
          <p:cNvGrpSpPr/>
          <p:nvPr/>
        </p:nvGrpSpPr>
        <p:grpSpPr>
          <a:xfrm>
            <a:off x="333677" y="4103814"/>
            <a:ext cx="4006792" cy="2223295"/>
            <a:chOff x="3231382" y="4246591"/>
            <a:chExt cx="3495407" cy="201875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4AB0EBF-1130-3748-B187-59E379A4C64B}"/>
                </a:ext>
              </a:extLst>
            </p:cNvPr>
            <p:cNvSpPr/>
            <p:nvPr/>
          </p:nvSpPr>
          <p:spPr>
            <a:xfrm>
              <a:off x="3374113" y="4246591"/>
              <a:ext cx="3352676" cy="201875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500453-80DA-BE92-A36A-80030BE4E1DD}"/>
                </a:ext>
              </a:extLst>
            </p:cNvPr>
            <p:cNvGrpSpPr/>
            <p:nvPr/>
          </p:nvGrpSpPr>
          <p:grpSpPr>
            <a:xfrm>
              <a:off x="3231382" y="4354862"/>
              <a:ext cx="3327811" cy="1837945"/>
              <a:chOff x="3231382" y="4354862"/>
              <a:chExt cx="3327811" cy="1837945"/>
            </a:xfrm>
          </p:grpSpPr>
          <p:pic>
            <p:nvPicPr>
              <p:cNvPr id="3074" name="Picture 2">
                <a:extLst>
                  <a:ext uri="{FF2B5EF4-FFF2-40B4-BE49-F238E27FC236}">
                    <a16:creationId xmlns:a16="http://schemas.microsoft.com/office/drawing/2014/main" id="{C6175694-9ADF-307A-4A1E-B8D36F8B7D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44692" y="4354862"/>
                <a:ext cx="1714501" cy="18379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DF4A76-72C0-BEE2-D67B-81E1EDE3DABA}"/>
                  </a:ext>
                </a:extLst>
              </p:cNvPr>
              <p:cNvSpPr txBox="1"/>
              <p:nvPr/>
            </p:nvSpPr>
            <p:spPr>
              <a:xfrm>
                <a:off x="3231382" y="4793314"/>
                <a:ext cx="1695191" cy="961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double slit interference of sunlight</a:t>
                </a:r>
              </a:p>
            </p:txBody>
          </p:sp>
        </p:grpSp>
      </p:grpSp>
      <p:pic>
        <p:nvPicPr>
          <p:cNvPr id="3080" name="Picture 8" descr="Youngs Double Slit Experiment image 3">
            <a:extLst>
              <a:ext uri="{FF2B5EF4-FFF2-40B4-BE49-F238E27FC236}">
                <a16:creationId xmlns:a16="http://schemas.microsoft.com/office/drawing/2014/main" id="{D22D52EE-BCCB-A045-0CC7-D23BF3C14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5334" y="895662"/>
            <a:ext cx="6062020" cy="3960520"/>
          </a:xfrm>
          <a:prstGeom prst="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54DC500-4729-2A91-3B43-23E96448E240}"/>
              </a:ext>
            </a:extLst>
          </p:cNvPr>
          <p:cNvSpPr txBox="1"/>
          <p:nvPr/>
        </p:nvSpPr>
        <p:spPr>
          <a:xfrm>
            <a:off x="4763553" y="2292"/>
            <a:ext cx="2669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field - Interference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F90DEB-A691-0017-D2E8-DE605D7A54B9}"/>
              </a:ext>
            </a:extLst>
          </p:cNvPr>
          <p:cNvSpPr txBox="1"/>
          <p:nvPr/>
        </p:nvSpPr>
        <p:spPr>
          <a:xfrm>
            <a:off x="333677" y="717756"/>
            <a:ext cx="5187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 and Young’s double slit experiment</a:t>
            </a:r>
          </a:p>
        </p:txBody>
      </p:sp>
    </p:spTree>
    <p:extLst>
      <p:ext uri="{BB962C8B-B14F-4D97-AF65-F5344CB8AC3E}">
        <p14:creationId xmlns:p14="http://schemas.microsoft.com/office/powerpoint/2010/main" val="279440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26BC4-89F6-F97C-8CEB-A2854AF9D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B5C3E0-F5AA-D292-19F8-26E227859A1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92C73-12F1-E5D8-0C9B-5E9E78B8D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5F38AB-32B5-A44A-FCC5-8D40B6A33A27}"/>
              </a:ext>
            </a:extLst>
          </p:cNvPr>
          <p:cNvSpPr txBox="1"/>
          <p:nvPr/>
        </p:nvSpPr>
        <p:spPr>
          <a:xfrm>
            <a:off x="282639" y="723900"/>
            <a:ext cx="3262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Superposition of many interferences from an aperture (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wavelength dependent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C96B0C-A92F-91DD-C83D-B0E1D4BED029}"/>
              </a:ext>
            </a:extLst>
          </p:cNvPr>
          <p:cNvSpPr txBox="1"/>
          <p:nvPr/>
        </p:nvSpPr>
        <p:spPr>
          <a:xfrm>
            <a:off x="318490" y="1937573"/>
            <a:ext cx="2403412" cy="92333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MATLAB app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9B78D898-5A2D-ACC9-5767-6B57AD314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5077" y="1671021"/>
            <a:ext cx="2508433" cy="256863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While dispersion prisms separate wavelengths through refraction (top), diffraction gratings instead separate wavelengths through diffraction because of their surface structure (bottom)">
            <a:extLst>
              <a:ext uri="{FF2B5EF4-FFF2-40B4-BE49-F238E27FC236}">
                <a16:creationId xmlns:a16="http://schemas.microsoft.com/office/drawing/2014/main" id="{D744D458-E6FC-B661-1638-ED86EB0E0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8964" y="508054"/>
            <a:ext cx="3489892" cy="4781584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0A4A60-1DF1-148E-21E3-600B12F6EF83}"/>
              </a:ext>
            </a:extLst>
          </p:cNvPr>
          <p:cNvSpPr txBox="1"/>
          <p:nvPr/>
        </p:nvSpPr>
        <p:spPr>
          <a:xfrm>
            <a:off x="3386949" y="5299771"/>
            <a:ext cx="6900049" cy="1036181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buNone/>
            </a:pPr>
            <a:r>
              <a:rPr lang="en-US" b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dispersion prisms separate wavelengths through refraction (top)</a:t>
            </a:r>
          </a:p>
          <a:p>
            <a:pPr algn="ctr">
              <a:spcBef>
                <a:spcPts val="750"/>
              </a:spcBef>
              <a:buNone/>
            </a:pPr>
            <a:r>
              <a:rPr lang="en-US" b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diffraction gratings separates wavelengths through diffraction (bottom)</a:t>
            </a:r>
          </a:p>
          <a:p>
            <a:pPr algn="ctr">
              <a:spcBef>
                <a:spcPts val="750"/>
              </a:spcBef>
              <a:buNone/>
            </a:pPr>
            <a:r>
              <a:rPr lang="en-US" sz="12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EdmundOptics</a:t>
            </a:r>
            <a:endParaRPr lang="en-US" sz="1200" b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13B6D9-FFE0-07A9-7E4A-37DEA7CE72E5}"/>
              </a:ext>
            </a:extLst>
          </p:cNvPr>
          <p:cNvSpPr txBox="1"/>
          <p:nvPr/>
        </p:nvSpPr>
        <p:spPr>
          <a:xfrm>
            <a:off x="282639" y="4997907"/>
            <a:ext cx="2881666" cy="124649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5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[Most accurate approximation]</a:t>
            </a:r>
            <a:r>
              <a:rPr lang="en-US" sz="15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</a:t>
            </a:r>
          </a:p>
          <a:p>
            <a:r>
              <a:rPr lang="en-US" sz="15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Rayleigh-Sommerfeld  </a:t>
            </a:r>
          </a:p>
          <a:p>
            <a:r>
              <a:rPr lang="en-US" sz="15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Fresnel  </a:t>
            </a:r>
          </a:p>
          <a:p>
            <a:r>
              <a:rPr lang="en-US" sz="15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Fraunhofer   </a:t>
            </a:r>
          </a:p>
          <a:p>
            <a:r>
              <a:rPr lang="en-US" sz="15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[Least accurate</a:t>
            </a: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approximation</a:t>
            </a:r>
            <a:r>
              <a:rPr lang="en-US" sz="15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5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4767A-49F3-E211-8B35-CF24D5B82D2A}"/>
              </a:ext>
            </a:extLst>
          </p:cNvPr>
          <p:cNvSpPr txBox="1"/>
          <p:nvPr/>
        </p:nvSpPr>
        <p:spPr>
          <a:xfrm>
            <a:off x="4869665" y="-4489"/>
            <a:ext cx="2457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field - Diffraction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56B7FC-AF92-B282-3EEC-7768EF7669FC}"/>
              </a:ext>
            </a:extLst>
          </p:cNvPr>
          <p:cNvSpPr txBox="1"/>
          <p:nvPr/>
        </p:nvSpPr>
        <p:spPr>
          <a:xfrm>
            <a:off x="9944507" y="904344"/>
            <a:ext cx="1349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slit simulation</a:t>
            </a:r>
          </a:p>
        </p:txBody>
      </p:sp>
    </p:spTree>
    <p:extLst>
      <p:ext uri="{BB962C8B-B14F-4D97-AF65-F5344CB8AC3E}">
        <p14:creationId xmlns:p14="http://schemas.microsoft.com/office/powerpoint/2010/main" val="743534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8639A-13D6-C1F8-7B2C-AFF30FC0B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E6B39EE-EA2B-AA52-DC8E-A3F2AE9FF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802" y="2372614"/>
            <a:ext cx="4727439" cy="3867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56134-B9AC-8109-C0F4-AFEB2B22E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2BF6A-AB16-1971-605A-AF9512BE1D0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3958F-8981-6018-6B90-E807877FC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16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810AAFF-4190-68DC-F33D-17F213F1983F}"/>
              </a:ext>
            </a:extLst>
          </p:cNvPr>
          <p:cNvSpPr txBox="1">
            <a:spLocks/>
          </p:cNvSpPr>
          <p:nvPr/>
        </p:nvSpPr>
        <p:spPr>
          <a:xfrm>
            <a:off x="4465808" y="0"/>
            <a:ext cx="3264561" cy="43702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Interaction with Matter</a:t>
            </a:r>
            <a:endParaRPr lang="en-US" sz="20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EC8E0AF-4545-BD12-B3F2-3089AA2852E5}"/>
              </a:ext>
            </a:extLst>
          </p:cNvPr>
          <p:cNvGrpSpPr/>
          <p:nvPr/>
        </p:nvGrpSpPr>
        <p:grpSpPr>
          <a:xfrm>
            <a:off x="6581774" y="713649"/>
            <a:ext cx="5172077" cy="5456015"/>
            <a:chOff x="6581774" y="713649"/>
            <a:chExt cx="5172077" cy="545601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C2AC45F-C3FD-347C-ACFA-379A22C54A2A}"/>
                </a:ext>
              </a:extLst>
            </p:cNvPr>
            <p:cNvGrpSpPr/>
            <p:nvPr/>
          </p:nvGrpSpPr>
          <p:grpSpPr>
            <a:xfrm>
              <a:off x="6581774" y="713649"/>
              <a:ext cx="5172077" cy="5191097"/>
              <a:chOff x="990201" y="1604991"/>
              <a:chExt cx="5172077" cy="5191097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8FB7FD1-5C0C-374B-B47E-0C1DD1E57C11}"/>
                  </a:ext>
                </a:extLst>
              </p:cNvPr>
              <p:cNvSpPr/>
              <p:nvPr/>
            </p:nvSpPr>
            <p:spPr>
              <a:xfrm>
                <a:off x="990201" y="1604991"/>
                <a:ext cx="5172077" cy="5191097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9" name="Picture 4" descr="c4-fig-0001">
                <a:extLst>
                  <a:ext uri="{FF2B5EF4-FFF2-40B4-BE49-F238E27FC236}">
                    <a16:creationId xmlns:a16="http://schemas.microsoft.com/office/drawing/2014/main" id="{9CE30B23-2E15-69CF-D98E-E2D1C86EF2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63662" y="1744071"/>
                <a:ext cx="2373061" cy="216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6" descr="c4-fig-0002">
                <a:extLst>
                  <a:ext uri="{FF2B5EF4-FFF2-40B4-BE49-F238E27FC236}">
                    <a16:creationId xmlns:a16="http://schemas.microsoft.com/office/drawing/2014/main" id="{74148F63-F3F8-0090-C2EB-F138EEA7E4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94441" y="1744071"/>
                <a:ext cx="2264727" cy="216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" name="Picture 8" descr="c4-fig-0003">
                <a:extLst>
                  <a:ext uri="{FF2B5EF4-FFF2-40B4-BE49-F238E27FC236}">
                    <a16:creationId xmlns:a16="http://schemas.microsoft.com/office/drawing/2014/main" id="{2FC5BB60-3F5E-ACF4-C942-FD3F5CDD62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7318" y="4548936"/>
                <a:ext cx="2922268" cy="180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9185F2-AD54-8E88-B04E-FED2D44CCADD}"/>
                  </a:ext>
                </a:extLst>
              </p:cNvPr>
              <p:cNvSpPr txBox="1"/>
              <p:nvPr/>
            </p:nvSpPr>
            <p:spPr>
              <a:xfrm>
                <a:off x="1169257" y="3917118"/>
                <a:ext cx="2501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Photoelectric absorption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CD49C6-7CC2-11C4-5AE6-9B227671C2C5}"/>
                  </a:ext>
                </a:extLst>
              </p:cNvPr>
              <p:cNvSpPr txBox="1"/>
              <p:nvPr/>
            </p:nvSpPr>
            <p:spPr>
              <a:xfrm>
                <a:off x="3685777" y="3825953"/>
                <a:ext cx="247650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Scattering </a:t>
                </a:r>
              </a:p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(Compton, Rayleigh,…)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CB30C1-6334-F47B-EB9D-1EDE3E8E1E56}"/>
                  </a:ext>
                </a:extLst>
              </p:cNvPr>
              <p:cNvSpPr txBox="1"/>
              <p:nvPr/>
            </p:nvSpPr>
            <p:spPr>
              <a:xfrm>
                <a:off x="2821706" y="6367038"/>
                <a:ext cx="16934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Pair Production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3737D1A-4859-6685-A7F8-0439C9E25CF8}"/>
                </a:ext>
              </a:extLst>
            </p:cNvPr>
            <p:cNvSpPr txBox="1"/>
            <p:nvPr/>
          </p:nvSpPr>
          <p:spPr>
            <a:xfrm>
              <a:off x="7246090" y="5923443"/>
              <a:ext cx="38434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hlinkClick r:id="rId6"/>
                </a:rPr>
                <a:t>https://radiologykey.com/4-radiation-interactions-with-tissue/</a:t>
              </a:r>
              <a:r>
                <a:rPr lang="en-US" sz="1000" dirty="0"/>
                <a:t> 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CCCFB23-968E-8CD3-E4C1-7214E97A12A5}"/>
                  </a:ext>
                </a:extLst>
              </p:cNvPr>
              <p:cNvSpPr txBox="1"/>
              <p:nvPr/>
            </p:nvSpPr>
            <p:spPr>
              <a:xfrm>
                <a:off x="941028" y="1328619"/>
                <a:ext cx="47274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0" i="0" dirty="0">
                    <a:solidFill>
                      <a:srgbClr val="333333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Longer Wavelength : Rayleigh scattering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CCCFB23-968E-8CD3-E4C1-7214E97A1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028" y="1328619"/>
                <a:ext cx="4727439" cy="400110"/>
              </a:xfrm>
              <a:prstGeom prst="rect">
                <a:avLst/>
              </a:prstGeom>
              <a:blipFill>
                <a:blip r:embed="rId7"/>
                <a:stretch>
                  <a:fillRect l="-1289"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157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308FF-5C9A-92FC-DC1D-C08A12137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EA5E64D-6ABC-B3B8-4624-90D93E5F91F9}"/>
              </a:ext>
            </a:extLst>
          </p:cNvPr>
          <p:cNvSpPr txBox="1"/>
          <p:nvPr/>
        </p:nvSpPr>
        <p:spPr>
          <a:xfrm>
            <a:off x="3800198" y="6145456"/>
            <a:ext cx="4653961" cy="27699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C </a:t>
            </a:r>
            <a:r>
              <a:rPr lang="en-US" sz="1200" dirty="0" err="1"/>
              <a:t>Dunsby</a:t>
            </a:r>
            <a:r>
              <a:rPr lang="en-US" sz="1200" dirty="0"/>
              <a:t> and P M W French 2003 J. Phys. D: Appl. Phys. 36 R207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3B0732-BD55-B442-C258-A1940BEFB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BDCAB6-EF58-668E-93B4-247359E6CAE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0C39C-58EF-BEED-93FA-CF6E0798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874A2B-BFB3-756D-CA4A-294D0A0A53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621"/>
          <a:stretch>
            <a:fillRect/>
          </a:stretch>
        </p:blipFill>
        <p:spPr>
          <a:xfrm>
            <a:off x="2646940" y="3872337"/>
            <a:ext cx="6912681" cy="227512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C12A8D6-20E7-E713-9553-FA8D6BA015E5}"/>
              </a:ext>
            </a:extLst>
          </p:cNvPr>
          <p:cNvSpPr txBox="1">
            <a:spLocks/>
          </p:cNvSpPr>
          <p:nvPr/>
        </p:nvSpPr>
        <p:spPr>
          <a:xfrm>
            <a:off x="4042978" y="-3966"/>
            <a:ext cx="4114431" cy="4370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Interaction with Matter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7F83A5-0071-25AF-50F7-A54E78216B7B}"/>
              </a:ext>
            </a:extLst>
          </p:cNvPr>
          <p:cNvSpPr txBox="1"/>
          <p:nvPr/>
        </p:nvSpPr>
        <p:spPr>
          <a:xfrm>
            <a:off x="457869" y="2087116"/>
            <a:ext cx="4378142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EM wave (in material)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https://emanim.szialab.org/index.html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A4EAC62-6638-17AA-B84C-3419ECCDEC0F}"/>
              </a:ext>
            </a:extLst>
          </p:cNvPr>
          <p:cNvGrpSpPr/>
          <p:nvPr/>
        </p:nvGrpSpPr>
        <p:grpSpPr>
          <a:xfrm>
            <a:off x="6365608" y="493217"/>
            <a:ext cx="5507902" cy="3188447"/>
            <a:chOff x="941029" y="3923395"/>
            <a:chExt cx="4399822" cy="244027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6B9B91A-B064-F047-721E-A995AA9D1441}"/>
                </a:ext>
              </a:extLst>
            </p:cNvPr>
            <p:cNvSpPr/>
            <p:nvPr/>
          </p:nvSpPr>
          <p:spPr>
            <a:xfrm>
              <a:off x="941029" y="3951483"/>
              <a:ext cx="4316772" cy="24121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4DA9C7C-4078-3037-98AB-BA57D3EEED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4995" b="4229"/>
            <a:stretch/>
          </p:blipFill>
          <p:spPr>
            <a:xfrm>
              <a:off x="1061356" y="4257720"/>
              <a:ext cx="1785501" cy="1984846"/>
            </a:xfrm>
            <a:prstGeom prst="rect">
              <a:avLst/>
            </a:prstGeom>
            <a:ln w="19050">
              <a:noFill/>
            </a:ln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B1E2FFA-459E-33E2-87D7-AA0BDD902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18021" y="4257721"/>
              <a:ext cx="1513153" cy="1984845"/>
            </a:xfrm>
            <a:prstGeom prst="rect">
              <a:avLst/>
            </a:prstGeom>
            <a:ln w="19050">
              <a:noFill/>
            </a:ln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08FB674-D5B6-E660-F705-279A0DC29662}"/>
                </a:ext>
              </a:extLst>
            </p:cNvPr>
            <p:cNvSpPr txBox="1"/>
            <p:nvPr/>
          </p:nvSpPr>
          <p:spPr>
            <a:xfrm>
              <a:off x="1437932" y="3923395"/>
              <a:ext cx="11734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absorption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FBA906C-FE77-D262-47F2-602D4E794DB8}"/>
                </a:ext>
              </a:extLst>
            </p:cNvPr>
            <p:cNvSpPr txBox="1"/>
            <p:nvPr/>
          </p:nvSpPr>
          <p:spPr>
            <a:xfrm>
              <a:off x="3190795" y="3949944"/>
              <a:ext cx="21500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absorption + scattering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499843C-24F9-6532-B26B-30EF9FE5ED33}"/>
                </a:ext>
              </a:extLst>
            </p:cNvPr>
            <p:cNvCxnSpPr>
              <a:stCxn id="12" idx="0"/>
              <a:endCxn id="12" idx="2"/>
            </p:cNvCxnSpPr>
            <p:nvPr/>
          </p:nvCxnSpPr>
          <p:spPr>
            <a:xfrm>
              <a:off x="3099415" y="3951483"/>
              <a:ext cx="0" cy="24121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F2430DF-73B1-FD36-FCC6-2A8726E03FD6}"/>
              </a:ext>
            </a:extLst>
          </p:cNvPr>
          <p:cNvSpPr txBox="1"/>
          <p:nvPr/>
        </p:nvSpPr>
        <p:spPr>
          <a:xfrm>
            <a:off x="422456" y="925277"/>
            <a:ext cx="3042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Propagation in Tissue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1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FCFA14-C878-5A1A-FAA0-E34BBCC1E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DCEC7F-D988-FEF9-A6E4-9F63F958FC9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70548-BDE9-96C6-58EC-3526C12E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18</a:t>
            </a:fld>
            <a:endParaRPr lang="en-US"/>
          </a:p>
        </p:txBody>
      </p:sp>
      <p:pic>
        <p:nvPicPr>
          <p:cNvPr id="10242" name="Picture 2" descr="Image from IvyUnderwaterBlog">
            <a:extLst>
              <a:ext uri="{FF2B5EF4-FFF2-40B4-BE49-F238E27FC236}">
                <a16:creationId xmlns:a16="http://schemas.microsoft.com/office/drawing/2014/main" id="{DACA4FFF-C2BD-F806-9CDA-4A562881C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2" y="1444538"/>
            <a:ext cx="1680000" cy="25200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enter image description here">
            <a:extLst>
              <a:ext uri="{FF2B5EF4-FFF2-40B4-BE49-F238E27FC236}">
                <a16:creationId xmlns:a16="http://schemas.microsoft.com/office/drawing/2014/main" id="{373B5E05-5D9C-976B-966A-CE75D64D3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954" y="1443190"/>
            <a:ext cx="3762153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 descr="Ray diagram for different positions of object">
            <a:extLst>
              <a:ext uri="{FF2B5EF4-FFF2-40B4-BE49-F238E27FC236}">
                <a16:creationId xmlns:a16="http://schemas.microsoft.com/office/drawing/2014/main" id="{B64FA949-9984-22DA-3EE6-76E338DD2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225" y="760814"/>
            <a:ext cx="5496773" cy="546012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4" name="Picture 14">
            <a:extLst>
              <a:ext uri="{FF2B5EF4-FFF2-40B4-BE49-F238E27FC236}">
                <a16:creationId xmlns:a16="http://schemas.microsoft.com/office/drawing/2014/main" id="{2E13DDDC-83B8-2140-AA6C-12B15107D0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07"/>
          <a:stretch>
            <a:fillRect/>
          </a:stretch>
        </p:blipFill>
        <p:spPr bwMode="auto">
          <a:xfrm>
            <a:off x="486002" y="4121361"/>
            <a:ext cx="4003276" cy="2099573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D710FD-F164-092C-9947-0225529FAF4C}"/>
              </a:ext>
            </a:extLst>
          </p:cNvPr>
          <p:cNvSpPr txBox="1"/>
          <p:nvPr/>
        </p:nvSpPr>
        <p:spPr>
          <a:xfrm>
            <a:off x="4701170" y="-1652"/>
            <a:ext cx="2809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ray manipulation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C545F9-6EF3-5D2F-DF01-0B884323A235}"/>
              </a:ext>
            </a:extLst>
          </p:cNvPr>
          <p:cNvSpPr txBox="1"/>
          <p:nvPr/>
        </p:nvSpPr>
        <p:spPr>
          <a:xfrm>
            <a:off x="429557" y="810107"/>
            <a:ext cx="5818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Refraction, Reflection, Image formation, (De)Magnification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911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DDA446-FBA1-1894-5E16-400CBC906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B77E84-5D20-4FCB-7243-F39FE6F1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0B92E7-F4BB-211C-F157-99A45C2F70DE}"/>
              </a:ext>
            </a:extLst>
          </p:cNvPr>
          <p:cNvSpPr txBox="1"/>
          <p:nvPr/>
        </p:nvSpPr>
        <p:spPr>
          <a:xfrm>
            <a:off x="4701170" y="-1652"/>
            <a:ext cx="2809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ray manipulation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EB1065-F613-7AE7-B32D-80CFCCFA24C7}"/>
              </a:ext>
            </a:extLst>
          </p:cNvPr>
          <p:cNvSpPr txBox="1"/>
          <p:nvPr/>
        </p:nvSpPr>
        <p:spPr>
          <a:xfrm>
            <a:off x="681620" y="786567"/>
            <a:ext cx="3737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 diagram for a converging lens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86A70F-DBA1-FF4B-5E71-C917105ED972}"/>
              </a:ext>
            </a:extLst>
          </p:cNvPr>
          <p:cNvSpPr txBox="1"/>
          <p:nvPr/>
        </p:nvSpPr>
        <p:spPr>
          <a:xfrm>
            <a:off x="2427366" y="4974348"/>
            <a:ext cx="73574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Rays parallel to symmetry axis (optical axis) get focused (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focal point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Rays crossing the center point of the lens are not refracted.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Rays crossing the focal point, refract parallel to the optical axis.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6DF616-8AD4-F477-7AA9-E42F7048E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43"/>
          <a:stretch>
            <a:fillRect/>
          </a:stretch>
        </p:blipFill>
        <p:spPr>
          <a:xfrm>
            <a:off x="1003894" y="1500919"/>
            <a:ext cx="4320000" cy="32942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098C5C-AF1E-3D82-8BF7-F30D4D4768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88"/>
          <a:stretch>
            <a:fillRect/>
          </a:stretch>
        </p:blipFill>
        <p:spPr>
          <a:xfrm>
            <a:off x="6944307" y="1500919"/>
            <a:ext cx="4320000" cy="338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29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F4161-5C99-9F4E-F68C-58BDBAA9E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E0C63B-1782-8AF1-BA18-6060800D7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DFA6C7-8B1A-A4A1-E332-67F3D162100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9AC51-7992-0300-5EE8-93B86E0A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20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6820B62-C1FB-691D-B6C8-E18F1BF29917}"/>
              </a:ext>
            </a:extLst>
          </p:cNvPr>
          <p:cNvGrpSpPr>
            <a:grpSpLocks noChangeAspect="1"/>
          </p:cNvGrpSpPr>
          <p:nvPr/>
        </p:nvGrpSpPr>
        <p:grpSpPr>
          <a:xfrm>
            <a:off x="5292850" y="896850"/>
            <a:ext cx="6480000" cy="2513835"/>
            <a:chOff x="4050806" y="2911920"/>
            <a:chExt cx="7330515" cy="284378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03E48A4-2EFA-134C-C1F3-7634201B7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0806" y="2911920"/>
              <a:ext cx="7330515" cy="28437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FFE99D2-B8D7-C0E3-0FB3-18E7849C46E0}"/>
                </a:ext>
              </a:extLst>
            </p:cNvPr>
            <p:cNvSpPr txBox="1"/>
            <p:nvPr/>
          </p:nvSpPr>
          <p:spPr>
            <a:xfrm>
              <a:off x="4700767" y="2958410"/>
              <a:ext cx="3932940" cy="4178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4f system, separation = f1 + f2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04C2BE3-65D8-A0BB-4F56-3D139ABDE949}"/>
              </a:ext>
            </a:extLst>
          </p:cNvPr>
          <p:cNvGrpSpPr/>
          <p:nvPr/>
        </p:nvGrpSpPr>
        <p:grpSpPr>
          <a:xfrm>
            <a:off x="5292850" y="3743417"/>
            <a:ext cx="6480000" cy="2534699"/>
            <a:chOff x="5004751" y="3953675"/>
            <a:chExt cx="6480000" cy="253469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D2912C7-8FFC-17EE-063B-FD35B7E36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637"/>
            <a:stretch>
              <a:fillRect/>
            </a:stretch>
          </p:blipFill>
          <p:spPr>
            <a:xfrm>
              <a:off x="5004751" y="3953675"/>
              <a:ext cx="6480000" cy="25346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B0FE632-8A82-FFC2-C4FF-E606EF4AF25C}"/>
                </a:ext>
              </a:extLst>
            </p:cNvPr>
            <p:cNvSpPr txBox="1"/>
            <p:nvPr/>
          </p:nvSpPr>
          <p:spPr>
            <a:xfrm>
              <a:off x="6096000" y="4015570"/>
              <a:ext cx="16826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Telecentric lens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3CE31EE-A503-6DAF-918D-B728A095638B}"/>
              </a:ext>
            </a:extLst>
          </p:cNvPr>
          <p:cNvSpPr txBox="1"/>
          <p:nvPr/>
        </p:nvSpPr>
        <p:spPr>
          <a:xfrm>
            <a:off x="8308655" y="3429000"/>
            <a:ext cx="1443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www.thepulsar.be</a:t>
            </a:r>
          </a:p>
        </p:txBody>
      </p:sp>
      <p:pic>
        <p:nvPicPr>
          <p:cNvPr id="14338" name="Picture 2" descr="&#10;      Figure 3.3&amp;nbsp;&amp;nbsp;A diagram showing lens placement for a general laser scanning system.&#10;    ">
            <a:extLst>
              <a:ext uri="{FF2B5EF4-FFF2-40B4-BE49-F238E27FC236}">
                <a16:creationId xmlns:a16="http://schemas.microsoft.com/office/drawing/2014/main" id="{C154F85B-3DE1-803A-CB7D-DE8D1F745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69" y="3754844"/>
            <a:ext cx="4996284" cy="2373234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image">
            <a:extLst>
              <a:ext uri="{FF2B5EF4-FFF2-40B4-BE49-F238E27FC236}">
                <a16:creationId xmlns:a16="http://schemas.microsoft.com/office/drawing/2014/main" id="{03BB2064-27C8-86FD-738C-420549AD6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69" y="897885"/>
            <a:ext cx="3813355" cy="251280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44FAC9-C932-CA33-9B7C-9B3928C93E92}"/>
              </a:ext>
            </a:extLst>
          </p:cNvPr>
          <p:cNvSpPr txBox="1"/>
          <p:nvPr/>
        </p:nvSpPr>
        <p:spPr>
          <a:xfrm>
            <a:off x="2691891" y="17899"/>
            <a:ext cx="6969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ray manipulation – 4f system, telescopes, telecentric scan, etc.</a:t>
            </a:r>
          </a:p>
        </p:txBody>
      </p:sp>
    </p:spTree>
    <p:extLst>
      <p:ext uri="{BB962C8B-B14F-4D97-AF65-F5344CB8AC3E}">
        <p14:creationId xmlns:p14="http://schemas.microsoft.com/office/powerpoint/2010/main" val="530720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F60AD8-0F24-256C-C067-0500174FE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9A28A3-881E-BC3C-EACA-AE2AAC296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21</a:t>
            </a:fld>
            <a:endParaRPr lang="en-US"/>
          </a:p>
        </p:txBody>
      </p:sp>
      <p:pic>
        <p:nvPicPr>
          <p:cNvPr id="2052" name="Picture 4" descr="enter image description here">
            <a:extLst>
              <a:ext uri="{FF2B5EF4-FFF2-40B4-BE49-F238E27FC236}">
                <a16:creationId xmlns:a16="http://schemas.microsoft.com/office/drawing/2014/main" id="{B47D0E8C-DC4A-C78C-3779-3CD462C8F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016" y="542744"/>
            <a:ext cx="6110359" cy="2749662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CC30BC9-6964-7562-DF97-1158D7C83DF4}"/>
              </a:ext>
            </a:extLst>
          </p:cNvPr>
          <p:cNvGrpSpPr/>
          <p:nvPr/>
        </p:nvGrpSpPr>
        <p:grpSpPr>
          <a:xfrm>
            <a:off x="3256158" y="3467220"/>
            <a:ext cx="5822524" cy="2860832"/>
            <a:chOff x="3399851" y="3467220"/>
            <a:chExt cx="5822524" cy="2860832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2BFCBAFB-BB12-E09F-93F4-31082BD20E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9851" y="3467220"/>
              <a:ext cx="5822524" cy="28608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0A86CCD-2E2E-D54F-D751-872D48E976B8}"/>
                </a:ext>
              </a:extLst>
            </p:cNvPr>
            <p:cNvSpPr/>
            <p:nvPr/>
          </p:nvSpPr>
          <p:spPr>
            <a:xfrm flipH="1">
              <a:off x="8181661" y="6043293"/>
              <a:ext cx="765182" cy="22941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CBD3932-DBD3-786F-8FBF-A81EF1AA55E6}"/>
              </a:ext>
            </a:extLst>
          </p:cNvPr>
          <p:cNvSpPr txBox="1"/>
          <p:nvPr/>
        </p:nvSpPr>
        <p:spPr>
          <a:xfrm>
            <a:off x="9704504" y="1547352"/>
            <a:ext cx="154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https://www.schoolphysics.co.uk/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5660B-3F6C-CCC4-DD53-97D5AC4A848A}"/>
              </a:ext>
            </a:extLst>
          </p:cNvPr>
          <p:cNvSpPr txBox="1"/>
          <p:nvPr/>
        </p:nvSpPr>
        <p:spPr>
          <a:xfrm>
            <a:off x="9993948" y="4401174"/>
            <a:ext cx="1421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https://physics.stackexchange.com/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2E12C-A25A-F004-B2BC-6A7C14DFC961}"/>
              </a:ext>
            </a:extLst>
          </p:cNvPr>
          <p:cNvSpPr txBox="1"/>
          <p:nvPr/>
        </p:nvSpPr>
        <p:spPr>
          <a:xfrm>
            <a:off x="3959708" y="-1402"/>
            <a:ext cx="443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ray manipulation – building microscope</a:t>
            </a:r>
          </a:p>
        </p:txBody>
      </p:sp>
    </p:spTree>
    <p:extLst>
      <p:ext uri="{BB962C8B-B14F-4D97-AF65-F5344CB8AC3E}">
        <p14:creationId xmlns:p14="http://schemas.microsoft.com/office/powerpoint/2010/main" val="1829913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784BC-31A1-3C4A-5E6B-C3713A73A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B24C93-C538-EA67-12FB-F8332B17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22</a:t>
            </a:fld>
            <a:endParaRPr lang="en-US"/>
          </a:p>
        </p:txBody>
      </p:sp>
      <p:pic>
        <p:nvPicPr>
          <p:cNvPr id="4" name="Picture 8" descr="Microscope Objectives, objective lenses, numerical aperture">
            <a:extLst>
              <a:ext uri="{FF2B5EF4-FFF2-40B4-BE49-F238E27FC236}">
                <a16:creationId xmlns:a16="http://schemas.microsoft.com/office/drawing/2014/main" id="{C53EF14B-4ABB-941D-0294-33951A0E1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99" y="807549"/>
            <a:ext cx="6678075" cy="1991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7748EE6B-45E2-0B3D-3671-2513702E0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98" y="3063577"/>
            <a:ext cx="6678075" cy="230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AF6B790-5658-A38D-D22F-2DA91C151ABE}"/>
              </a:ext>
            </a:extLst>
          </p:cNvPr>
          <p:cNvGrpSpPr/>
          <p:nvPr/>
        </p:nvGrpSpPr>
        <p:grpSpPr>
          <a:xfrm>
            <a:off x="7916564" y="866659"/>
            <a:ext cx="3606914" cy="5038237"/>
            <a:chOff x="7916564" y="866659"/>
            <a:chExt cx="3606914" cy="5038237"/>
          </a:xfrm>
        </p:grpSpPr>
        <p:pic>
          <p:nvPicPr>
            <p:cNvPr id="5" name="Picture 6">
              <a:extLst>
                <a:ext uri="{FF2B5EF4-FFF2-40B4-BE49-F238E27FC236}">
                  <a16:creationId xmlns:a16="http://schemas.microsoft.com/office/drawing/2014/main" id="{834D21D3-B078-8671-4316-C1A9BB4106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6564" y="866659"/>
              <a:ext cx="3606914" cy="462586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72D2E19-7574-F974-0D1C-8E65A13E18D9}"/>
                </a:ext>
              </a:extLst>
            </p:cNvPr>
            <p:cNvSpPr txBox="1"/>
            <p:nvPr/>
          </p:nvSpPr>
          <p:spPr>
            <a:xfrm>
              <a:off x="8726061" y="5627897"/>
              <a:ext cx="23389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https://micro.magnet.fsu.edu/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7353DCB-AAE2-4B5F-3A51-FD1648E1FA7C}"/>
              </a:ext>
            </a:extLst>
          </p:cNvPr>
          <p:cNvSpPr txBox="1"/>
          <p:nvPr/>
        </p:nvSpPr>
        <p:spPr>
          <a:xfrm>
            <a:off x="3959708" y="-1402"/>
            <a:ext cx="443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ray manipulation – building microscope</a:t>
            </a:r>
          </a:p>
        </p:txBody>
      </p:sp>
    </p:spTree>
    <p:extLst>
      <p:ext uri="{BB962C8B-B14F-4D97-AF65-F5344CB8AC3E}">
        <p14:creationId xmlns:p14="http://schemas.microsoft.com/office/powerpoint/2010/main" val="391609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6AF493-0981-E9CD-058D-57AF9EF7E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FDFC79-B515-9BBA-C4B1-13850620C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23</a:t>
            </a:fld>
            <a:endParaRPr lang="en-US"/>
          </a:p>
        </p:txBody>
      </p:sp>
      <p:pic>
        <p:nvPicPr>
          <p:cNvPr id="2058" name="Picture 10" descr="Microscope Objectives, objective lenses, numerical aperture">
            <a:extLst>
              <a:ext uri="{FF2B5EF4-FFF2-40B4-BE49-F238E27FC236}">
                <a16:creationId xmlns:a16="http://schemas.microsoft.com/office/drawing/2014/main" id="{6E2951BA-1AC7-8DC3-340D-A6635063D6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056"/>
          <a:stretch>
            <a:fillRect/>
          </a:stretch>
        </p:blipFill>
        <p:spPr bwMode="auto">
          <a:xfrm>
            <a:off x="7349826" y="981500"/>
            <a:ext cx="3120873" cy="2070268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E28256-E78C-5E77-4339-0F6B050BFE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86" y="1325174"/>
            <a:ext cx="3475139" cy="46184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9CD037-88F5-C8C6-EA69-ADA36B37F81D}"/>
              </a:ext>
            </a:extLst>
          </p:cNvPr>
          <p:cNvSpPr txBox="1"/>
          <p:nvPr/>
        </p:nvSpPr>
        <p:spPr>
          <a:xfrm>
            <a:off x="4176278" y="-1402"/>
            <a:ext cx="3862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ray manipulation – 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A95036-1CC7-0278-A70E-FD587235D6FF}"/>
              </a:ext>
            </a:extLst>
          </p:cNvPr>
          <p:cNvSpPr txBox="1"/>
          <p:nvPr/>
        </p:nvSpPr>
        <p:spPr>
          <a:xfrm>
            <a:off x="535709" y="612168"/>
            <a:ext cx="5278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come in various designs.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Dry, water, oil, NA, working distance, aberrations, etc.  </a:t>
            </a:r>
          </a:p>
        </p:txBody>
      </p:sp>
      <p:pic>
        <p:nvPicPr>
          <p:cNvPr id="3074" name="Picture 2" descr="multi-dimensional scan">
            <a:extLst>
              <a:ext uri="{FF2B5EF4-FFF2-40B4-BE49-F238E27FC236}">
                <a16:creationId xmlns:a16="http://schemas.microsoft.com/office/drawing/2014/main" id="{A89F9B75-7A66-918F-EED7-FA612D805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428" y="3293378"/>
            <a:ext cx="4781671" cy="2717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17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7BCD1-C95D-10DA-273F-DE7046165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D1882781-1F85-61B4-A989-5BED1FE502C1}"/>
              </a:ext>
            </a:extLst>
          </p:cNvPr>
          <p:cNvGrpSpPr/>
          <p:nvPr/>
        </p:nvGrpSpPr>
        <p:grpSpPr>
          <a:xfrm>
            <a:off x="8002988" y="734621"/>
            <a:ext cx="3479674" cy="3999220"/>
            <a:chOff x="3250624" y="2985359"/>
            <a:chExt cx="3479674" cy="399922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245DCF2-E3BF-A213-B5A5-56FEAD17621A}"/>
                </a:ext>
              </a:extLst>
            </p:cNvPr>
            <p:cNvGrpSpPr/>
            <p:nvPr/>
          </p:nvGrpSpPr>
          <p:grpSpPr>
            <a:xfrm>
              <a:off x="3250624" y="2985359"/>
              <a:ext cx="3479674" cy="3412594"/>
              <a:chOff x="3471367" y="2955393"/>
              <a:chExt cx="3215110" cy="3286125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AB30572C-792A-2A6A-0760-0624F90E34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545" t="6706" r="-687" b="5742"/>
              <a:stretch>
                <a:fillRect/>
              </a:stretch>
            </p:blipFill>
            <p:spPr>
              <a:xfrm>
                <a:off x="3471367" y="2955393"/>
                <a:ext cx="3215110" cy="3286125"/>
              </a:xfrm>
              <a:prstGeom prst="rect">
                <a:avLst/>
              </a:prstGeom>
            </p:spPr>
          </p:pic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72E0424-D51A-C221-F57A-AB8E57500E2C}"/>
                  </a:ext>
                </a:extLst>
              </p:cNvPr>
              <p:cNvSpPr/>
              <p:nvPr/>
            </p:nvSpPr>
            <p:spPr>
              <a:xfrm>
                <a:off x="4648200" y="6019800"/>
                <a:ext cx="457200" cy="22171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2243DAB-CC87-716F-9BC3-A3559344BB63}"/>
                </a:ext>
              </a:extLst>
            </p:cNvPr>
            <p:cNvSpPr txBox="1"/>
            <p:nvPr/>
          </p:nvSpPr>
          <p:spPr>
            <a:xfrm>
              <a:off x="3779568" y="6522914"/>
              <a:ext cx="29507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Douglas B. Murphy Michael W. Davidson, Fundamentals of Light Microscopy..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BFF1E5-13C1-83DD-6DE1-FD7384C67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2B1B8-7C03-7945-134A-29B8ED2D870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53E93-F0B8-69CB-CB50-711FF7FE2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24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C6A83AF-FEB2-5FDD-1C8C-2DA245A7C072}"/>
              </a:ext>
            </a:extLst>
          </p:cNvPr>
          <p:cNvGrpSpPr/>
          <p:nvPr/>
        </p:nvGrpSpPr>
        <p:grpSpPr>
          <a:xfrm>
            <a:off x="667866" y="910816"/>
            <a:ext cx="2875772" cy="2735151"/>
            <a:chOff x="818712" y="791302"/>
            <a:chExt cx="2875772" cy="273515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0A77316-2E01-80F3-0199-AF92DAB97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8712" y="791302"/>
              <a:ext cx="2836338" cy="2418623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4518BD1-F9D4-1770-54E5-90FE7013B179}"/>
                </a:ext>
              </a:extLst>
            </p:cNvPr>
            <p:cNvSpPr txBox="1"/>
            <p:nvPr/>
          </p:nvSpPr>
          <p:spPr>
            <a:xfrm>
              <a:off x="1364835" y="3249454"/>
              <a:ext cx="23296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https://phys.libretexts.org/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FA954D2-1B33-1DEE-50ED-7CC6D18DC1C6}"/>
              </a:ext>
            </a:extLst>
          </p:cNvPr>
          <p:cNvSpPr txBox="1"/>
          <p:nvPr/>
        </p:nvSpPr>
        <p:spPr>
          <a:xfrm>
            <a:off x="4033822" y="0"/>
            <a:ext cx="413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2000" dirty="0"/>
              <a:t>Resolution and NA dependence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D2B997-98A1-F0FA-5672-F2EF9AF7C5BF}"/>
              </a:ext>
            </a:extLst>
          </p:cNvPr>
          <p:cNvSpPr txBox="1"/>
          <p:nvPr/>
        </p:nvSpPr>
        <p:spPr>
          <a:xfrm>
            <a:off x="4332921" y="2452812"/>
            <a:ext cx="321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periodic structures leaves the sample at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angle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FFAFF20-54C0-4133-BE5F-451F2A30E0F8}"/>
              </a:ext>
            </a:extLst>
          </p:cNvPr>
          <p:cNvGrpSpPr/>
          <p:nvPr/>
        </p:nvGrpSpPr>
        <p:grpSpPr>
          <a:xfrm>
            <a:off x="4332921" y="1098087"/>
            <a:ext cx="3227759" cy="627555"/>
            <a:chOff x="466725" y="4117624"/>
            <a:chExt cx="3227759" cy="62755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DDAE84C-C856-C8D4-01D9-53CB1E7BAAFC}"/>
                    </a:ext>
                  </a:extLst>
                </p:cNvPr>
                <p:cNvSpPr txBox="1"/>
                <p:nvPr/>
              </p:nvSpPr>
              <p:spPr>
                <a:xfrm>
                  <a:off x="466725" y="4228149"/>
                  <a:ext cx="25908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</m:e>
                        </m:func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 </m:t>
                                </m:r>
                              </m:sub>
                            </m:sSub>
                          </m:e>
                        </m:func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↑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DDAE84C-C856-C8D4-01D9-53CB1E7BAA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725" y="4228149"/>
                  <a:ext cx="259080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96EFEE9-9B81-38E9-7269-A2A62C614F15}"/>
                    </a:ext>
                  </a:extLst>
                </p:cNvPr>
                <p:cNvSpPr txBox="1"/>
                <p:nvPr/>
              </p:nvSpPr>
              <p:spPr>
                <a:xfrm>
                  <a:off x="3282035" y="4117624"/>
                  <a:ext cx="15869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96EFEE9-9B81-38E9-7269-A2A62C614F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2035" y="4117624"/>
                  <a:ext cx="158698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8462" r="-42308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AC1AE2E-3719-3592-90EA-112D075DEEEC}"/>
                    </a:ext>
                  </a:extLst>
                </p:cNvPr>
                <p:cNvSpPr txBox="1"/>
                <p:nvPr/>
              </p:nvSpPr>
              <p:spPr>
                <a:xfrm>
                  <a:off x="3282462" y="4468180"/>
                  <a:ext cx="3583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↓</m:t>
                        </m:r>
                      </m:oMath>
                    </m:oMathPara>
                  </a14:m>
                  <a:endParaRPr lang="en-US" i="1" dirty="0"/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AC1AE2E-3719-3592-90EA-112D075DEE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2462" y="4468180"/>
                  <a:ext cx="35836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7241" r="-18966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AD7EABA-8EEE-FD7D-5CC5-4595ACCBAB04}"/>
                </a:ext>
              </a:extLst>
            </p:cNvPr>
            <p:cNvCxnSpPr/>
            <p:nvPr/>
          </p:nvCxnSpPr>
          <p:spPr>
            <a:xfrm>
              <a:off x="3057525" y="4412815"/>
              <a:ext cx="63695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7AA7C04-3DB4-74EF-EABA-4DF8E9D4DF81}"/>
              </a:ext>
            </a:extLst>
          </p:cNvPr>
          <p:cNvSpPr txBox="1"/>
          <p:nvPr/>
        </p:nvSpPr>
        <p:spPr>
          <a:xfrm>
            <a:off x="667865" y="4833408"/>
            <a:ext cx="2836339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Diffraction gratings Demo</a:t>
            </a:r>
          </a:p>
        </p:txBody>
      </p:sp>
      <p:pic>
        <p:nvPicPr>
          <p:cNvPr id="30" name="Picture 29" descr="JCBFM-0397-10-ORIG.R1 Cover_resized.tiff">
            <a:extLst>
              <a:ext uri="{FF2B5EF4-FFF2-40B4-BE49-F238E27FC236}">
                <a16:creationId xmlns:a16="http://schemas.microsoft.com/office/drawing/2014/main" id="{060BF580-DD6D-BBAC-926E-8F23CED6F7C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/>
          <a:srcRect r="35714"/>
          <a:stretch/>
        </p:blipFill>
        <p:spPr>
          <a:xfrm>
            <a:off x="4217907" y="3778344"/>
            <a:ext cx="3374464" cy="206706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FFF8FBC-F29D-16B5-1D88-8E6E16FA3F36}"/>
              </a:ext>
            </a:extLst>
          </p:cNvPr>
          <p:cNvSpPr txBox="1"/>
          <p:nvPr/>
        </p:nvSpPr>
        <p:spPr>
          <a:xfrm>
            <a:off x="4332921" y="1598938"/>
            <a:ext cx="239597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angle of spreading (θ) is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inversely proportional to the size of the particles</a:t>
            </a:r>
          </a:p>
        </p:txBody>
      </p:sp>
    </p:spTree>
    <p:extLst>
      <p:ext uri="{BB962C8B-B14F-4D97-AF65-F5344CB8AC3E}">
        <p14:creationId xmlns:p14="http://schemas.microsoft.com/office/powerpoint/2010/main" val="337518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9" grpId="0"/>
      <p:bldP spid="3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AA883-61FD-B540-59B4-51CD74DF4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3/25/2026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91DD3F-FF63-071B-6A80-8531F67EC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25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3AE9F48-E4A3-0D73-C7FF-7DBF071E34F2}"/>
              </a:ext>
            </a:extLst>
          </p:cNvPr>
          <p:cNvGrpSpPr/>
          <p:nvPr/>
        </p:nvGrpSpPr>
        <p:grpSpPr>
          <a:xfrm>
            <a:off x="6381749" y="1214011"/>
            <a:ext cx="4908067" cy="4157689"/>
            <a:chOff x="6926942" y="791303"/>
            <a:chExt cx="4908067" cy="415768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7069EA8-BD71-A340-DC1D-8885726D6E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6942" y="791303"/>
              <a:ext cx="4908067" cy="3760656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DB6B790-2911-3618-1155-9C51054C6A28}"/>
                </a:ext>
              </a:extLst>
            </p:cNvPr>
            <p:cNvSpPr txBox="1"/>
            <p:nvPr/>
          </p:nvSpPr>
          <p:spPr>
            <a:xfrm>
              <a:off x="7391895" y="4487327"/>
              <a:ext cx="43442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hlinkClick r:id="rId3"/>
                </a:rPr>
                <a:t>https://www.teledynevisionsolutions.com/learn/learning-center/scientific-imaging/resolution-and-numerical-aperture/</a:t>
              </a:r>
              <a:endParaRPr lang="en-US" sz="1200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8EB7FCF-0ED7-FD95-FFA0-8061F02C5ED1}"/>
              </a:ext>
            </a:extLst>
          </p:cNvPr>
          <p:cNvSpPr txBox="1"/>
          <p:nvPr/>
        </p:nvSpPr>
        <p:spPr>
          <a:xfrm>
            <a:off x="662753" y="4679202"/>
            <a:ext cx="51474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numerical aperture of a microscope objective is a measure of its ability to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gather light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resolve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fine specimen detail at a fixed object distance.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CB1FF4-A9B4-B755-16EF-95C8A1A96A1F}"/>
              </a:ext>
            </a:extLst>
          </p:cNvPr>
          <p:cNvSpPr txBox="1"/>
          <p:nvPr/>
        </p:nvSpPr>
        <p:spPr>
          <a:xfrm>
            <a:off x="4033822" y="0"/>
            <a:ext cx="413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2000" dirty="0"/>
              <a:t>Resolution and NA dependence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64E7AE-7D3E-F061-2243-A6C42EBF453B}"/>
                  </a:ext>
                </a:extLst>
              </p:cNvPr>
              <p:cNvSpPr txBox="1"/>
              <p:nvPr/>
            </p:nvSpPr>
            <p:spPr>
              <a:xfrm>
                <a:off x="806934" y="1040407"/>
                <a:ext cx="33970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Numerical Aperture: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NA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n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func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64E7AE-7D3E-F061-2243-A6C42EBF4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34" y="1040407"/>
                <a:ext cx="3397084" cy="276999"/>
              </a:xfrm>
              <a:prstGeom prst="rect">
                <a:avLst/>
              </a:prstGeom>
              <a:blipFill>
                <a:blip r:embed="rId4"/>
                <a:stretch>
                  <a:fillRect l="-4122" t="-28889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>
            <a:extLst>
              <a:ext uri="{FF2B5EF4-FFF2-40B4-BE49-F238E27FC236}">
                <a16:creationId xmlns:a16="http://schemas.microsoft.com/office/drawing/2014/main" id="{277C6492-043C-0EFC-BCB3-4650EBB25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572" y="1491010"/>
            <a:ext cx="23812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92D67F-2EB4-0DF6-F757-B9D18AC994F6}"/>
                  </a:ext>
                </a:extLst>
              </p:cNvPr>
              <p:cNvSpPr txBox="1"/>
              <p:nvPr/>
            </p:nvSpPr>
            <p:spPr>
              <a:xfrm>
                <a:off x="662753" y="3408664"/>
                <a:ext cx="534752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n: refractive index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is the half-angle of the maximum cone of light that can enter or exit the lens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92D67F-2EB4-0DF6-F757-B9D18AC99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53" y="3408664"/>
                <a:ext cx="5347522" cy="923330"/>
              </a:xfrm>
              <a:prstGeom prst="rect">
                <a:avLst/>
              </a:prstGeom>
              <a:blipFill>
                <a:blip r:embed="rId6"/>
                <a:stretch>
                  <a:fillRect l="-1026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15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5157A-AED5-709B-8701-B05DEBBD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A5B3E2-C6FE-F4A7-0670-EDD0ACAB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27225B-5945-110C-F643-0A85FEB3650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9C20B-D469-1C02-EF64-34B15D526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26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3CFEE8-7EFD-589D-C72D-63DF499C3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38" y="1227227"/>
            <a:ext cx="2311084" cy="296646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58B299E-0F9F-B431-2AF1-45E023C18B8A}"/>
              </a:ext>
            </a:extLst>
          </p:cNvPr>
          <p:cNvGrpSpPr/>
          <p:nvPr/>
        </p:nvGrpSpPr>
        <p:grpSpPr>
          <a:xfrm>
            <a:off x="3152275" y="1227227"/>
            <a:ext cx="5250202" cy="3628843"/>
            <a:chOff x="3789658" y="869748"/>
            <a:chExt cx="4885397" cy="330330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5285D1-B2F2-4E9E-349B-22E45038E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22"/>
            <a:stretch>
              <a:fillRect/>
            </a:stretch>
          </p:blipFill>
          <p:spPr>
            <a:xfrm>
              <a:off x="3789658" y="869748"/>
              <a:ext cx="4885397" cy="3049623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72F36E1-8A3F-93F3-9BC2-CEDE61AC18FF}"/>
                </a:ext>
              </a:extLst>
            </p:cNvPr>
            <p:cNvSpPr txBox="1"/>
            <p:nvPr/>
          </p:nvSpPr>
          <p:spPr>
            <a:xfrm>
              <a:off x="5067531" y="3896054"/>
              <a:ext cx="23296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https://bioimagebook.github.io/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C59E35E-868D-C7C8-4DA6-B5B0EF4401FF}"/>
              </a:ext>
            </a:extLst>
          </p:cNvPr>
          <p:cNvGrpSpPr/>
          <p:nvPr/>
        </p:nvGrpSpPr>
        <p:grpSpPr>
          <a:xfrm>
            <a:off x="8634786" y="1227227"/>
            <a:ext cx="3302976" cy="4632114"/>
            <a:chOff x="3376684" y="956981"/>
            <a:chExt cx="3302976" cy="463211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1ED9D2E-052E-0FEA-CBCB-01F94B6E60D4}"/>
                    </a:ext>
                  </a:extLst>
                </p:cNvPr>
                <p:cNvSpPr txBox="1"/>
                <p:nvPr/>
              </p:nvSpPr>
              <p:spPr>
                <a:xfrm>
                  <a:off x="3376684" y="3927102"/>
                  <a:ext cx="3302976" cy="1661993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The image (</a:t>
                  </a:r>
                  <a:r>
                    <a:rPr lang="en-US" i="1" dirty="0">
                      <a:latin typeface="Cambria" panose="02040503050406030204" pitchFamily="18" charset="0"/>
                      <a:ea typeface="Cambria" panose="02040503050406030204" pitchFamily="18" charset="0"/>
                      <a:cs typeface="Times New Roman" panose="02020603050405020304" pitchFamily="18" charset="0"/>
                    </a:rPr>
                    <a:t>g</a:t>
                  </a:r>
                  <a:r>
                    <a:rPr lang="en-US" dirty="0">
                      <a:latin typeface="Times New Roman" panose="02020603050405020304" pitchFamily="18" charset="0"/>
                      <a:ea typeface="Cambria" panose="02040503050406030204" pitchFamily="18" charset="0"/>
                      <a:cs typeface="Times New Roman" panose="02020603050405020304" pitchFamily="18" charset="0"/>
                    </a:rPr>
                    <a:t>)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 = the convolution of the object ( </a:t>
                  </a:r>
                  <a:r>
                    <a:rPr lang="en-US" i="1" dirty="0">
                      <a:latin typeface="Cambria" panose="02040503050406030204" pitchFamily="18" charset="0"/>
                      <a:ea typeface="Cambria" panose="02040503050406030204" pitchFamily="18" charset="0"/>
                      <a:cs typeface="Times New Roman" panose="02020603050405020304" pitchFamily="18" charset="0"/>
                    </a:rPr>
                    <a:t>f</a:t>
                  </a:r>
                  <a:r>
                    <a:rPr lang="en-US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 and the PSF (</a:t>
                  </a:r>
                  <a:r>
                    <a:rPr lang="en-US" i="1" dirty="0">
                      <a:latin typeface="Cambria" panose="02040503050406030204" pitchFamily="18" charset="0"/>
                      <a:ea typeface="Cambria" panose="02040503050406030204" pitchFamily="18" charset="0"/>
                      <a:cs typeface="Times New Roman" panose="02020603050405020304" pitchFamily="18" charset="0"/>
                    </a:rPr>
                    <a:t>h</a:t>
                  </a:r>
                  <a:r>
                    <a:rPr lang="en-US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endParaRPr lang="en-US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PSF: Point Spread Function (how a point-like object appears)</a:t>
                  </a: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1ED9D2E-052E-0FEA-CBCB-01F94B6E60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6684" y="3927102"/>
                  <a:ext cx="3302976" cy="1661993"/>
                </a:xfrm>
                <a:prstGeom prst="rect">
                  <a:avLst/>
                </a:prstGeom>
                <a:blipFill>
                  <a:blip r:embed="rId4"/>
                  <a:stretch>
                    <a:fillRect l="-1476" r="-2030" b="-5147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43F389A-40A0-E532-F755-2C8DE6982E06}"/>
                </a:ext>
              </a:extLst>
            </p:cNvPr>
            <p:cNvGrpSpPr/>
            <p:nvPr/>
          </p:nvGrpSpPr>
          <p:grpSpPr>
            <a:xfrm>
              <a:off x="3453982" y="956981"/>
              <a:ext cx="3148380" cy="2873689"/>
              <a:chOff x="3486725" y="1505422"/>
              <a:chExt cx="3148380" cy="2873689"/>
            </a:xfrm>
          </p:grpSpPr>
          <p:pic>
            <p:nvPicPr>
              <p:cNvPr id="2050" name="Picture 2" descr="Image">
                <a:extLst>
                  <a:ext uri="{FF2B5EF4-FFF2-40B4-BE49-F238E27FC236}">
                    <a16:creationId xmlns:a16="http://schemas.microsoft.com/office/drawing/2014/main" id="{3B2C025C-ECA5-4045-179A-B1E97DEBCF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86725" y="1505422"/>
                <a:ext cx="3148380" cy="287368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6BE649-CD89-806A-2A8E-08C17F8A383E}"/>
                  </a:ext>
                </a:extLst>
              </p:cNvPr>
              <p:cNvSpPr txBox="1"/>
              <p:nvPr/>
            </p:nvSpPr>
            <p:spPr>
              <a:xfrm>
                <a:off x="5464842" y="4102112"/>
                <a:ext cx="996617" cy="27699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https://svi.n</a:t>
                </a: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C4FE33-2394-8242-B36B-03877E2F2E82}"/>
                  </a:ext>
                </a:extLst>
              </p:cNvPr>
              <p:cNvSpPr txBox="1"/>
              <p:nvPr/>
            </p:nvSpPr>
            <p:spPr>
              <a:xfrm>
                <a:off x="4249021" y="4957074"/>
                <a:ext cx="3707991" cy="1211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Abbe Lateral Res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func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𝑁𝐴</m:t>
                        </m:r>
                      </m:den>
                    </m:f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Abbe Axial Res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𝑁𝐴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C4FE33-2394-8242-B36B-03877E2F2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021" y="4957074"/>
                <a:ext cx="3707991" cy="1211870"/>
              </a:xfrm>
              <a:prstGeom prst="rect">
                <a:avLst/>
              </a:prstGeom>
              <a:blipFill>
                <a:blip r:embed="rId6"/>
                <a:stretch>
                  <a:fillRect l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87F34F7-5EDB-0D77-998F-EEBE36B7222D}"/>
              </a:ext>
            </a:extLst>
          </p:cNvPr>
          <p:cNvSpPr txBox="1"/>
          <p:nvPr/>
        </p:nvSpPr>
        <p:spPr>
          <a:xfrm>
            <a:off x="4066674" y="12229"/>
            <a:ext cx="4072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formation, PSF, and Resolution</a:t>
            </a:r>
          </a:p>
        </p:txBody>
      </p:sp>
    </p:spTree>
    <p:extLst>
      <p:ext uri="{BB962C8B-B14F-4D97-AF65-F5344CB8AC3E}">
        <p14:creationId xmlns:p14="http://schemas.microsoft.com/office/powerpoint/2010/main" val="2280092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36B94-1723-AE61-272E-E4621D0C3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0C129A-E734-5C23-18B7-B89F317BB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72CD50-C56B-C787-FC4A-81A0CEDF148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C86B0-47F6-BCDE-415E-09AEBE917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27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FEFA765-487D-C4D0-D47B-12910DC82227}"/>
              </a:ext>
            </a:extLst>
          </p:cNvPr>
          <p:cNvGrpSpPr/>
          <p:nvPr/>
        </p:nvGrpSpPr>
        <p:grpSpPr>
          <a:xfrm>
            <a:off x="5828372" y="1221406"/>
            <a:ext cx="5810250" cy="3534549"/>
            <a:chOff x="5597191" y="868981"/>
            <a:chExt cx="5810250" cy="353454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1321460-CCA8-63A5-FF96-98E3737C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97191" y="868981"/>
              <a:ext cx="5810250" cy="325755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B2891F-B396-9E9C-967D-F954D4358E3D}"/>
                </a:ext>
              </a:extLst>
            </p:cNvPr>
            <p:cNvSpPr txBox="1"/>
            <p:nvPr/>
          </p:nvSpPr>
          <p:spPr>
            <a:xfrm>
              <a:off x="7106652" y="4126531"/>
              <a:ext cx="27913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https://zeiss-campus.magnet.fsu.edu/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3E4E4F-9DCA-3DA3-E772-BCBC562559F4}"/>
                  </a:ext>
                </a:extLst>
              </p:cNvPr>
              <p:cNvSpPr txBox="1"/>
              <p:nvPr/>
            </p:nvSpPr>
            <p:spPr>
              <a:xfrm>
                <a:off x="798396" y="1653424"/>
                <a:ext cx="4225490" cy="2259208"/>
              </a:xfrm>
              <a:custGeom>
                <a:avLst/>
                <a:gdLst>
                  <a:gd name="csX0" fmla="*/ 0 w 4225490"/>
                  <a:gd name="csY0" fmla="*/ 0 h 2259208"/>
                  <a:gd name="csX1" fmla="*/ 443676 w 4225490"/>
                  <a:gd name="csY1" fmla="*/ 0 h 2259208"/>
                  <a:gd name="csX2" fmla="*/ 1014118 w 4225490"/>
                  <a:gd name="csY2" fmla="*/ 0 h 2259208"/>
                  <a:gd name="csX3" fmla="*/ 1500049 w 4225490"/>
                  <a:gd name="csY3" fmla="*/ 0 h 2259208"/>
                  <a:gd name="csX4" fmla="*/ 1901470 w 4225490"/>
                  <a:gd name="csY4" fmla="*/ 0 h 2259208"/>
                  <a:gd name="csX5" fmla="*/ 2514167 w 4225490"/>
                  <a:gd name="csY5" fmla="*/ 0 h 2259208"/>
                  <a:gd name="csX6" fmla="*/ 3084608 w 4225490"/>
                  <a:gd name="csY6" fmla="*/ 0 h 2259208"/>
                  <a:gd name="csX7" fmla="*/ 3528284 w 4225490"/>
                  <a:gd name="csY7" fmla="*/ 0 h 2259208"/>
                  <a:gd name="csX8" fmla="*/ 4225490 w 4225490"/>
                  <a:gd name="csY8" fmla="*/ 0 h 2259208"/>
                  <a:gd name="csX9" fmla="*/ 4225490 w 4225490"/>
                  <a:gd name="csY9" fmla="*/ 542210 h 2259208"/>
                  <a:gd name="csX10" fmla="*/ 4225490 w 4225490"/>
                  <a:gd name="csY10" fmla="*/ 1061828 h 2259208"/>
                  <a:gd name="csX11" fmla="*/ 4225490 w 4225490"/>
                  <a:gd name="csY11" fmla="*/ 1626630 h 2259208"/>
                  <a:gd name="csX12" fmla="*/ 4225490 w 4225490"/>
                  <a:gd name="csY12" fmla="*/ 2259208 h 2259208"/>
                  <a:gd name="csX13" fmla="*/ 3739559 w 4225490"/>
                  <a:gd name="csY13" fmla="*/ 2259208 h 2259208"/>
                  <a:gd name="csX14" fmla="*/ 3295882 w 4225490"/>
                  <a:gd name="csY14" fmla="*/ 2259208 h 2259208"/>
                  <a:gd name="csX15" fmla="*/ 2852206 w 4225490"/>
                  <a:gd name="csY15" fmla="*/ 2259208 h 2259208"/>
                  <a:gd name="csX16" fmla="*/ 2450784 w 4225490"/>
                  <a:gd name="csY16" fmla="*/ 2259208 h 2259208"/>
                  <a:gd name="csX17" fmla="*/ 1922598 w 4225490"/>
                  <a:gd name="csY17" fmla="*/ 2259208 h 2259208"/>
                  <a:gd name="csX18" fmla="*/ 1478922 w 4225490"/>
                  <a:gd name="csY18" fmla="*/ 2259208 h 2259208"/>
                  <a:gd name="csX19" fmla="*/ 866225 w 4225490"/>
                  <a:gd name="csY19" fmla="*/ 2259208 h 2259208"/>
                  <a:gd name="csX20" fmla="*/ 0 w 4225490"/>
                  <a:gd name="csY20" fmla="*/ 2259208 h 2259208"/>
                  <a:gd name="csX21" fmla="*/ 0 w 4225490"/>
                  <a:gd name="csY21" fmla="*/ 1671814 h 2259208"/>
                  <a:gd name="csX22" fmla="*/ 0 w 4225490"/>
                  <a:gd name="csY22" fmla="*/ 1174788 h 2259208"/>
                  <a:gd name="csX23" fmla="*/ 0 w 4225490"/>
                  <a:gd name="csY23" fmla="*/ 632578 h 2259208"/>
                  <a:gd name="csX24" fmla="*/ 0 w 4225490"/>
                  <a:gd name="csY24" fmla="*/ 0 h 22592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</a:cxnLst>
                <a:rect l="l" t="t" r="r" b="b"/>
                <a:pathLst>
                  <a:path w="4225490" h="2259208" extrusionOk="0">
                    <a:moveTo>
                      <a:pt x="0" y="0"/>
                    </a:moveTo>
                    <a:cubicBezTo>
                      <a:pt x="191144" y="-32301"/>
                      <a:pt x="337771" y="19191"/>
                      <a:pt x="443676" y="0"/>
                    </a:cubicBezTo>
                    <a:cubicBezTo>
                      <a:pt x="549581" y="-19191"/>
                      <a:pt x="879172" y="41243"/>
                      <a:pt x="1014118" y="0"/>
                    </a:cubicBezTo>
                    <a:cubicBezTo>
                      <a:pt x="1149064" y="-41243"/>
                      <a:pt x="1381252" y="1822"/>
                      <a:pt x="1500049" y="0"/>
                    </a:cubicBezTo>
                    <a:cubicBezTo>
                      <a:pt x="1618846" y="-1822"/>
                      <a:pt x="1789968" y="12397"/>
                      <a:pt x="1901470" y="0"/>
                    </a:cubicBezTo>
                    <a:cubicBezTo>
                      <a:pt x="2012972" y="-12397"/>
                      <a:pt x="2281397" y="29956"/>
                      <a:pt x="2514167" y="0"/>
                    </a:cubicBezTo>
                    <a:cubicBezTo>
                      <a:pt x="2746937" y="-29956"/>
                      <a:pt x="2949809" y="15797"/>
                      <a:pt x="3084608" y="0"/>
                    </a:cubicBezTo>
                    <a:cubicBezTo>
                      <a:pt x="3219407" y="-15797"/>
                      <a:pt x="3386552" y="48461"/>
                      <a:pt x="3528284" y="0"/>
                    </a:cubicBezTo>
                    <a:cubicBezTo>
                      <a:pt x="3670016" y="-48461"/>
                      <a:pt x="3948182" y="83133"/>
                      <a:pt x="4225490" y="0"/>
                    </a:cubicBezTo>
                    <a:cubicBezTo>
                      <a:pt x="4265914" y="255364"/>
                      <a:pt x="4211349" y="320615"/>
                      <a:pt x="4225490" y="542210"/>
                    </a:cubicBezTo>
                    <a:cubicBezTo>
                      <a:pt x="4239631" y="763805"/>
                      <a:pt x="4222838" y="887192"/>
                      <a:pt x="4225490" y="1061828"/>
                    </a:cubicBezTo>
                    <a:cubicBezTo>
                      <a:pt x="4228142" y="1236464"/>
                      <a:pt x="4165786" y="1469650"/>
                      <a:pt x="4225490" y="1626630"/>
                    </a:cubicBezTo>
                    <a:cubicBezTo>
                      <a:pt x="4285194" y="1783610"/>
                      <a:pt x="4195759" y="2105861"/>
                      <a:pt x="4225490" y="2259208"/>
                    </a:cubicBezTo>
                    <a:cubicBezTo>
                      <a:pt x="4041061" y="2263040"/>
                      <a:pt x="3848242" y="2215105"/>
                      <a:pt x="3739559" y="2259208"/>
                    </a:cubicBezTo>
                    <a:cubicBezTo>
                      <a:pt x="3630876" y="2303311"/>
                      <a:pt x="3509464" y="2207556"/>
                      <a:pt x="3295882" y="2259208"/>
                    </a:cubicBezTo>
                    <a:cubicBezTo>
                      <a:pt x="3082300" y="2310860"/>
                      <a:pt x="2956534" y="2214987"/>
                      <a:pt x="2852206" y="2259208"/>
                    </a:cubicBezTo>
                    <a:cubicBezTo>
                      <a:pt x="2747878" y="2303429"/>
                      <a:pt x="2572757" y="2233206"/>
                      <a:pt x="2450784" y="2259208"/>
                    </a:cubicBezTo>
                    <a:cubicBezTo>
                      <a:pt x="2328811" y="2285210"/>
                      <a:pt x="2033673" y="2239992"/>
                      <a:pt x="1922598" y="2259208"/>
                    </a:cubicBezTo>
                    <a:cubicBezTo>
                      <a:pt x="1811523" y="2278424"/>
                      <a:pt x="1620597" y="2234653"/>
                      <a:pt x="1478922" y="2259208"/>
                    </a:cubicBezTo>
                    <a:cubicBezTo>
                      <a:pt x="1337247" y="2283763"/>
                      <a:pt x="1126551" y="2219817"/>
                      <a:pt x="866225" y="2259208"/>
                    </a:cubicBezTo>
                    <a:cubicBezTo>
                      <a:pt x="605899" y="2298599"/>
                      <a:pt x="408862" y="2173869"/>
                      <a:pt x="0" y="2259208"/>
                    </a:cubicBezTo>
                    <a:cubicBezTo>
                      <a:pt x="-22704" y="2106189"/>
                      <a:pt x="4556" y="1795154"/>
                      <a:pt x="0" y="1671814"/>
                    </a:cubicBezTo>
                    <a:cubicBezTo>
                      <a:pt x="-4556" y="1548474"/>
                      <a:pt x="28908" y="1301805"/>
                      <a:pt x="0" y="1174788"/>
                    </a:cubicBezTo>
                    <a:cubicBezTo>
                      <a:pt x="-28908" y="1047771"/>
                      <a:pt x="44500" y="796033"/>
                      <a:pt x="0" y="632578"/>
                    </a:cubicBezTo>
                    <a:cubicBezTo>
                      <a:pt x="-44500" y="469123"/>
                      <a:pt x="13589" y="133261"/>
                      <a:pt x="0" y="0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2408184465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Lateral Res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func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𝑁𝐴</m:t>
                        </m:r>
                      </m:den>
                    </m:f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Axial Res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𝑁𝐴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𝑐𝑜𝑛𝑑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𝑜𝑏𝑗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Lateral Res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~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1.22 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𝑜𝑏𝑗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𝑐𝑜𝑛𝑑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(Abbe formula)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3E4E4F-9DCA-3DA3-E772-BCBC56255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396" y="1653424"/>
                <a:ext cx="4225490" cy="2259208"/>
              </a:xfrm>
              <a:prstGeom prst="rect">
                <a:avLst/>
              </a:prstGeom>
              <a:blipFill>
                <a:blip r:embed="rId3"/>
                <a:stretch>
                  <a:fillRect l="-711" r="-284"/>
                </a:stretch>
              </a:blipFill>
              <a:ln w="1905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2408184465">
                      <a:custGeom>
                        <a:avLst/>
                        <a:gdLst>
                          <a:gd name="csX0" fmla="*/ 0 w 4225490"/>
                          <a:gd name="csY0" fmla="*/ 0 h 2259208"/>
                          <a:gd name="csX1" fmla="*/ 443676 w 4225490"/>
                          <a:gd name="csY1" fmla="*/ 0 h 2259208"/>
                          <a:gd name="csX2" fmla="*/ 1014118 w 4225490"/>
                          <a:gd name="csY2" fmla="*/ 0 h 2259208"/>
                          <a:gd name="csX3" fmla="*/ 1500049 w 4225490"/>
                          <a:gd name="csY3" fmla="*/ 0 h 2259208"/>
                          <a:gd name="csX4" fmla="*/ 1901470 w 4225490"/>
                          <a:gd name="csY4" fmla="*/ 0 h 2259208"/>
                          <a:gd name="csX5" fmla="*/ 2514167 w 4225490"/>
                          <a:gd name="csY5" fmla="*/ 0 h 2259208"/>
                          <a:gd name="csX6" fmla="*/ 3084608 w 4225490"/>
                          <a:gd name="csY6" fmla="*/ 0 h 2259208"/>
                          <a:gd name="csX7" fmla="*/ 3528284 w 4225490"/>
                          <a:gd name="csY7" fmla="*/ 0 h 2259208"/>
                          <a:gd name="csX8" fmla="*/ 4225490 w 4225490"/>
                          <a:gd name="csY8" fmla="*/ 0 h 2259208"/>
                          <a:gd name="csX9" fmla="*/ 4225490 w 4225490"/>
                          <a:gd name="csY9" fmla="*/ 542210 h 2259208"/>
                          <a:gd name="csX10" fmla="*/ 4225490 w 4225490"/>
                          <a:gd name="csY10" fmla="*/ 1061828 h 2259208"/>
                          <a:gd name="csX11" fmla="*/ 4225490 w 4225490"/>
                          <a:gd name="csY11" fmla="*/ 1626630 h 2259208"/>
                          <a:gd name="csX12" fmla="*/ 4225490 w 4225490"/>
                          <a:gd name="csY12" fmla="*/ 2259208 h 2259208"/>
                          <a:gd name="csX13" fmla="*/ 3739559 w 4225490"/>
                          <a:gd name="csY13" fmla="*/ 2259208 h 2259208"/>
                          <a:gd name="csX14" fmla="*/ 3295882 w 4225490"/>
                          <a:gd name="csY14" fmla="*/ 2259208 h 2259208"/>
                          <a:gd name="csX15" fmla="*/ 2852206 w 4225490"/>
                          <a:gd name="csY15" fmla="*/ 2259208 h 2259208"/>
                          <a:gd name="csX16" fmla="*/ 2450784 w 4225490"/>
                          <a:gd name="csY16" fmla="*/ 2259208 h 2259208"/>
                          <a:gd name="csX17" fmla="*/ 1922598 w 4225490"/>
                          <a:gd name="csY17" fmla="*/ 2259208 h 2259208"/>
                          <a:gd name="csX18" fmla="*/ 1478922 w 4225490"/>
                          <a:gd name="csY18" fmla="*/ 2259208 h 2259208"/>
                          <a:gd name="csX19" fmla="*/ 866225 w 4225490"/>
                          <a:gd name="csY19" fmla="*/ 2259208 h 2259208"/>
                          <a:gd name="csX20" fmla="*/ 0 w 4225490"/>
                          <a:gd name="csY20" fmla="*/ 2259208 h 2259208"/>
                          <a:gd name="csX21" fmla="*/ 0 w 4225490"/>
                          <a:gd name="csY21" fmla="*/ 1671814 h 2259208"/>
                          <a:gd name="csX22" fmla="*/ 0 w 4225490"/>
                          <a:gd name="csY22" fmla="*/ 1174788 h 2259208"/>
                          <a:gd name="csX23" fmla="*/ 0 w 4225490"/>
                          <a:gd name="csY23" fmla="*/ 632578 h 2259208"/>
                          <a:gd name="csX24" fmla="*/ 0 w 4225490"/>
                          <a:gd name="csY24" fmla="*/ 0 h 2259208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  <a:cxn ang="0">
                            <a:pos x="csX23" y="csY23"/>
                          </a:cxn>
                          <a:cxn ang="0">
                            <a:pos x="csX24" y="csY24"/>
                          </a:cxn>
                        </a:cxnLst>
                        <a:rect l="l" t="t" r="r" b="b"/>
                        <a:pathLst>
                          <a:path w="4225490" h="2259208" extrusionOk="0">
                            <a:moveTo>
                              <a:pt x="0" y="0"/>
                            </a:moveTo>
                            <a:cubicBezTo>
                              <a:pt x="191144" y="-32301"/>
                              <a:pt x="337771" y="19191"/>
                              <a:pt x="443676" y="0"/>
                            </a:cubicBezTo>
                            <a:cubicBezTo>
                              <a:pt x="549581" y="-19191"/>
                              <a:pt x="879172" y="41243"/>
                              <a:pt x="1014118" y="0"/>
                            </a:cubicBezTo>
                            <a:cubicBezTo>
                              <a:pt x="1149064" y="-41243"/>
                              <a:pt x="1381252" y="1822"/>
                              <a:pt x="1500049" y="0"/>
                            </a:cubicBezTo>
                            <a:cubicBezTo>
                              <a:pt x="1618846" y="-1822"/>
                              <a:pt x="1789968" y="12397"/>
                              <a:pt x="1901470" y="0"/>
                            </a:cubicBezTo>
                            <a:cubicBezTo>
                              <a:pt x="2012972" y="-12397"/>
                              <a:pt x="2281397" y="29956"/>
                              <a:pt x="2514167" y="0"/>
                            </a:cubicBezTo>
                            <a:cubicBezTo>
                              <a:pt x="2746937" y="-29956"/>
                              <a:pt x="2949809" y="15797"/>
                              <a:pt x="3084608" y="0"/>
                            </a:cubicBezTo>
                            <a:cubicBezTo>
                              <a:pt x="3219407" y="-15797"/>
                              <a:pt x="3386552" y="48461"/>
                              <a:pt x="3528284" y="0"/>
                            </a:cubicBezTo>
                            <a:cubicBezTo>
                              <a:pt x="3670016" y="-48461"/>
                              <a:pt x="3948182" y="83133"/>
                              <a:pt x="4225490" y="0"/>
                            </a:cubicBezTo>
                            <a:cubicBezTo>
                              <a:pt x="4265914" y="255364"/>
                              <a:pt x="4211349" y="320615"/>
                              <a:pt x="4225490" y="542210"/>
                            </a:cubicBezTo>
                            <a:cubicBezTo>
                              <a:pt x="4239631" y="763805"/>
                              <a:pt x="4222838" y="887192"/>
                              <a:pt x="4225490" y="1061828"/>
                            </a:cubicBezTo>
                            <a:cubicBezTo>
                              <a:pt x="4228142" y="1236464"/>
                              <a:pt x="4165786" y="1469650"/>
                              <a:pt x="4225490" y="1626630"/>
                            </a:cubicBezTo>
                            <a:cubicBezTo>
                              <a:pt x="4285194" y="1783610"/>
                              <a:pt x="4195759" y="2105861"/>
                              <a:pt x="4225490" y="2259208"/>
                            </a:cubicBezTo>
                            <a:cubicBezTo>
                              <a:pt x="4041061" y="2263040"/>
                              <a:pt x="3848242" y="2215105"/>
                              <a:pt x="3739559" y="2259208"/>
                            </a:cubicBezTo>
                            <a:cubicBezTo>
                              <a:pt x="3630876" y="2303311"/>
                              <a:pt x="3509464" y="2207556"/>
                              <a:pt x="3295882" y="2259208"/>
                            </a:cubicBezTo>
                            <a:cubicBezTo>
                              <a:pt x="3082300" y="2310860"/>
                              <a:pt x="2956534" y="2214987"/>
                              <a:pt x="2852206" y="2259208"/>
                            </a:cubicBezTo>
                            <a:cubicBezTo>
                              <a:pt x="2747878" y="2303429"/>
                              <a:pt x="2572757" y="2233206"/>
                              <a:pt x="2450784" y="2259208"/>
                            </a:cubicBezTo>
                            <a:cubicBezTo>
                              <a:pt x="2328811" y="2285210"/>
                              <a:pt x="2033673" y="2239992"/>
                              <a:pt x="1922598" y="2259208"/>
                            </a:cubicBezTo>
                            <a:cubicBezTo>
                              <a:pt x="1811523" y="2278424"/>
                              <a:pt x="1620597" y="2234653"/>
                              <a:pt x="1478922" y="2259208"/>
                            </a:cubicBezTo>
                            <a:cubicBezTo>
                              <a:pt x="1337247" y="2283763"/>
                              <a:pt x="1126551" y="2219817"/>
                              <a:pt x="866225" y="2259208"/>
                            </a:cubicBezTo>
                            <a:cubicBezTo>
                              <a:pt x="605899" y="2298599"/>
                              <a:pt x="408862" y="2173869"/>
                              <a:pt x="0" y="2259208"/>
                            </a:cubicBezTo>
                            <a:cubicBezTo>
                              <a:pt x="-22704" y="2106189"/>
                              <a:pt x="4556" y="1795154"/>
                              <a:pt x="0" y="1671814"/>
                            </a:cubicBezTo>
                            <a:cubicBezTo>
                              <a:pt x="-4556" y="1548474"/>
                              <a:pt x="28908" y="1301805"/>
                              <a:pt x="0" y="1174788"/>
                            </a:cubicBezTo>
                            <a:cubicBezTo>
                              <a:pt x="-28908" y="1047771"/>
                              <a:pt x="44500" y="796033"/>
                              <a:pt x="0" y="632578"/>
                            </a:cubicBezTo>
                            <a:cubicBezTo>
                              <a:pt x="-44500" y="469123"/>
                              <a:pt x="13589" y="133261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F91006A-BA88-1F05-A4F0-FF5C2D2F6534}"/>
              </a:ext>
            </a:extLst>
          </p:cNvPr>
          <p:cNvSpPr txBox="1"/>
          <p:nvPr/>
        </p:nvSpPr>
        <p:spPr>
          <a:xfrm>
            <a:off x="4033822" y="0"/>
            <a:ext cx="413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2000" dirty="0"/>
              <a:t>Resolution and NA dependence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AD534-EA52-8A60-237E-6C5C8D9B337C}"/>
              </a:ext>
            </a:extLst>
          </p:cNvPr>
          <p:cNvSpPr txBox="1"/>
          <p:nvPr/>
        </p:nvSpPr>
        <p:spPr>
          <a:xfrm>
            <a:off x="798396" y="4682797"/>
            <a:ext cx="563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epi FL microscopes the objective acts as the condenser: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Lateral resolution: only objective NA</a:t>
            </a:r>
          </a:p>
        </p:txBody>
      </p:sp>
    </p:spTree>
    <p:extLst>
      <p:ext uri="{BB962C8B-B14F-4D97-AF65-F5344CB8AC3E}">
        <p14:creationId xmlns:p14="http://schemas.microsoft.com/office/powerpoint/2010/main" val="2263338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0257D-C4C2-1546-9945-8ED813136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768922-89E7-F1AC-3B71-77C455F56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39EF7D-3397-058C-5CCD-9E2776C05C5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6F999-A2F6-B6E5-B051-592A372A4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28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A4BBB4-37ED-1427-F6CC-1B6993183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377" y="802829"/>
            <a:ext cx="6262500" cy="360000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143315-FB07-2E0B-EDC2-621F8E8F7B13}"/>
              </a:ext>
            </a:extLst>
          </p:cNvPr>
          <p:cNvSpPr txBox="1"/>
          <p:nvPr/>
        </p:nvSpPr>
        <p:spPr>
          <a:xfrm>
            <a:off x="9482228" y="4441839"/>
            <a:ext cx="2329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https://bioimagebook.github.io/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44D93-07AA-FE3A-8240-DE756D395918}"/>
              </a:ext>
            </a:extLst>
          </p:cNvPr>
          <p:cNvSpPr txBox="1"/>
          <p:nvPr/>
        </p:nvSpPr>
        <p:spPr>
          <a:xfrm>
            <a:off x="5549377" y="4954237"/>
            <a:ext cx="6262500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Rayleigh criterion : the minimum resolvable detail.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first diffraction minimum of the image of one source point coincides with the maximum of another.”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99E7BF-6D7C-1E39-9574-740B54EC2644}"/>
                  </a:ext>
                </a:extLst>
              </p:cNvPr>
              <p:cNvSpPr txBox="1"/>
              <p:nvPr/>
            </p:nvSpPr>
            <p:spPr>
              <a:xfrm>
                <a:off x="327260" y="4472870"/>
                <a:ext cx="4728310" cy="1366528"/>
              </a:xfrm>
              <a:custGeom>
                <a:avLst/>
                <a:gdLst>
                  <a:gd name="csX0" fmla="*/ 0 w 4728310"/>
                  <a:gd name="csY0" fmla="*/ 0 h 1366528"/>
                  <a:gd name="csX1" fmla="*/ 638322 w 4728310"/>
                  <a:gd name="csY1" fmla="*/ 0 h 1366528"/>
                  <a:gd name="csX2" fmla="*/ 1134794 w 4728310"/>
                  <a:gd name="csY2" fmla="*/ 0 h 1366528"/>
                  <a:gd name="csX3" fmla="*/ 1725833 w 4728310"/>
                  <a:gd name="csY3" fmla="*/ 0 h 1366528"/>
                  <a:gd name="csX4" fmla="*/ 2269589 w 4728310"/>
                  <a:gd name="csY4" fmla="*/ 0 h 1366528"/>
                  <a:gd name="csX5" fmla="*/ 2813344 w 4728310"/>
                  <a:gd name="csY5" fmla="*/ 0 h 1366528"/>
                  <a:gd name="csX6" fmla="*/ 3498949 w 4728310"/>
                  <a:gd name="csY6" fmla="*/ 0 h 1366528"/>
                  <a:gd name="csX7" fmla="*/ 4137271 w 4728310"/>
                  <a:gd name="csY7" fmla="*/ 0 h 1366528"/>
                  <a:gd name="csX8" fmla="*/ 4728310 w 4728310"/>
                  <a:gd name="csY8" fmla="*/ 0 h 1366528"/>
                  <a:gd name="csX9" fmla="*/ 4728310 w 4728310"/>
                  <a:gd name="csY9" fmla="*/ 441844 h 1366528"/>
                  <a:gd name="csX10" fmla="*/ 4728310 w 4728310"/>
                  <a:gd name="csY10" fmla="*/ 856358 h 1366528"/>
                  <a:gd name="csX11" fmla="*/ 4728310 w 4728310"/>
                  <a:gd name="csY11" fmla="*/ 1366528 h 1366528"/>
                  <a:gd name="csX12" fmla="*/ 4042705 w 4728310"/>
                  <a:gd name="csY12" fmla="*/ 1366528 h 1366528"/>
                  <a:gd name="csX13" fmla="*/ 3404383 w 4728310"/>
                  <a:gd name="csY13" fmla="*/ 1366528 h 1366528"/>
                  <a:gd name="csX14" fmla="*/ 2907911 w 4728310"/>
                  <a:gd name="csY14" fmla="*/ 1366528 h 1366528"/>
                  <a:gd name="csX15" fmla="*/ 2364155 w 4728310"/>
                  <a:gd name="csY15" fmla="*/ 1366528 h 1366528"/>
                  <a:gd name="csX16" fmla="*/ 1725833 w 4728310"/>
                  <a:gd name="csY16" fmla="*/ 1366528 h 1366528"/>
                  <a:gd name="csX17" fmla="*/ 1087511 w 4728310"/>
                  <a:gd name="csY17" fmla="*/ 1366528 h 1366528"/>
                  <a:gd name="csX18" fmla="*/ 543756 w 4728310"/>
                  <a:gd name="csY18" fmla="*/ 1366528 h 1366528"/>
                  <a:gd name="csX19" fmla="*/ 0 w 4728310"/>
                  <a:gd name="csY19" fmla="*/ 1366528 h 1366528"/>
                  <a:gd name="csX20" fmla="*/ 0 w 4728310"/>
                  <a:gd name="csY20" fmla="*/ 924684 h 1366528"/>
                  <a:gd name="csX21" fmla="*/ 0 w 4728310"/>
                  <a:gd name="csY21" fmla="*/ 469175 h 1366528"/>
                  <a:gd name="csX22" fmla="*/ 0 w 4728310"/>
                  <a:gd name="csY22" fmla="*/ 0 h 13665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4728310" h="1366528" extrusionOk="0">
                    <a:moveTo>
                      <a:pt x="0" y="0"/>
                    </a:moveTo>
                    <a:cubicBezTo>
                      <a:pt x="214650" y="-8407"/>
                      <a:pt x="446701" y="40375"/>
                      <a:pt x="638322" y="0"/>
                    </a:cubicBezTo>
                    <a:cubicBezTo>
                      <a:pt x="829943" y="-40375"/>
                      <a:pt x="942809" y="53143"/>
                      <a:pt x="1134794" y="0"/>
                    </a:cubicBezTo>
                    <a:cubicBezTo>
                      <a:pt x="1326779" y="-53143"/>
                      <a:pt x="1503625" y="22016"/>
                      <a:pt x="1725833" y="0"/>
                    </a:cubicBezTo>
                    <a:cubicBezTo>
                      <a:pt x="1948041" y="-22016"/>
                      <a:pt x="2080112" y="63252"/>
                      <a:pt x="2269589" y="0"/>
                    </a:cubicBezTo>
                    <a:cubicBezTo>
                      <a:pt x="2459066" y="-63252"/>
                      <a:pt x="2575908" y="1336"/>
                      <a:pt x="2813344" y="0"/>
                    </a:cubicBezTo>
                    <a:cubicBezTo>
                      <a:pt x="3050780" y="-1336"/>
                      <a:pt x="3268843" y="30858"/>
                      <a:pt x="3498949" y="0"/>
                    </a:cubicBezTo>
                    <a:cubicBezTo>
                      <a:pt x="3729055" y="-30858"/>
                      <a:pt x="3823363" y="60792"/>
                      <a:pt x="4137271" y="0"/>
                    </a:cubicBezTo>
                    <a:cubicBezTo>
                      <a:pt x="4451179" y="-60792"/>
                      <a:pt x="4560594" y="7632"/>
                      <a:pt x="4728310" y="0"/>
                    </a:cubicBezTo>
                    <a:cubicBezTo>
                      <a:pt x="4750151" y="205642"/>
                      <a:pt x="4680178" y="272045"/>
                      <a:pt x="4728310" y="441844"/>
                    </a:cubicBezTo>
                    <a:cubicBezTo>
                      <a:pt x="4776442" y="611643"/>
                      <a:pt x="4682772" y="768158"/>
                      <a:pt x="4728310" y="856358"/>
                    </a:cubicBezTo>
                    <a:cubicBezTo>
                      <a:pt x="4773848" y="944558"/>
                      <a:pt x="4692418" y="1113295"/>
                      <a:pt x="4728310" y="1366528"/>
                    </a:cubicBezTo>
                    <a:cubicBezTo>
                      <a:pt x="4568988" y="1434037"/>
                      <a:pt x="4330004" y="1313612"/>
                      <a:pt x="4042705" y="1366528"/>
                    </a:cubicBezTo>
                    <a:cubicBezTo>
                      <a:pt x="3755407" y="1419444"/>
                      <a:pt x="3715867" y="1343959"/>
                      <a:pt x="3404383" y="1366528"/>
                    </a:cubicBezTo>
                    <a:cubicBezTo>
                      <a:pt x="3092899" y="1389097"/>
                      <a:pt x="3074053" y="1341158"/>
                      <a:pt x="2907911" y="1366528"/>
                    </a:cubicBezTo>
                    <a:cubicBezTo>
                      <a:pt x="2741769" y="1391898"/>
                      <a:pt x="2544992" y="1342997"/>
                      <a:pt x="2364155" y="1366528"/>
                    </a:cubicBezTo>
                    <a:cubicBezTo>
                      <a:pt x="2183318" y="1390059"/>
                      <a:pt x="2039040" y="1344913"/>
                      <a:pt x="1725833" y="1366528"/>
                    </a:cubicBezTo>
                    <a:cubicBezTo>
                      <a:pt x="1412626" y="1388143"/>
                      <a:pt x="1314304" y="1318288"/>
                      <a:pt x="1087511" y="1366528"/>
                    </a:cubicBezTo>
                    <a:cubicBezTo>
                      <a:pt x="860718" y="1414768"/>
                      <a:pt x="771907" y="1311030"/>
                      <a:pt x="543756" y="1366528"/>
                    </a:cubicBezTo>
                    <a:cubicBezTo>
                      <a:pt x="315605" y="1422026"/>
                      <a:pt x="120353" y="1311840"/>
                      <a:pt x="0" y="1366528"/>
                    </a:cubicBezTo>
                    <a:cubicBezTo>
                      <a:pt x="-35160" y="1244890"/>
                      <a:pt x="26582" y="1136015"/>
                      <a:pt x="0" y="924684"/>
                    </a:cubicBezTo>
                    <a:cubicBezTo>
                      <a:pt x="-26582" y="713353"/>
                      <a:pt x="7293" y="682544"/>
                      <a:pt x="0" y="469175"/>
                    </a:cubicBezTo>
                    <a:cubicBezTo>
                      <a:pt x="-7293" y="255806"/>
                      <a:pt x="45765" y="221623"/>
                      <a:pt x="0" y="0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413655007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lIns="0" tIns="0" rIns="0" bIns="0" rtlCol="0">
                <a:spAutoFit/>
              </a:bodyPr>
              <a:lstStyle/>
              <a:p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Rayleigh</a:t>
                </a:r>
                <a:r>
                  <a:rPr 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Lateral Res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=0.61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𝑁𝐴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99E7BF-6D7C-1E39-9574-740B54EC2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60" y="4472870"/>
                <a:ext cx="4728310" cy="13665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413655007">
                      <a:custGeom>
                        <a:avLst/>
                        <a:gdLst>
                          <a:gd name="csX0" fmla="*/ 0 w 4728310"/>
                          <a:gd name="csY0" fmla="*/ 0 h 1366528"/>
                          <a:gd name="csX1" fmla="*/ 638322 w 4728310"/>
                          <a:gd name="csY1" fmla="*/ 0 h 1366528"/>
                          <a:gd name="csX2" fmla="*/ 1134794 w 4728310"/>
                          <a:gd name="csY2" fmla="*/ 0 h 1366528"/>
                          <a:gd name="csX3" fmla="*/ 1725833 w 4728310"/>
                          <a:gd name="csY3" fmla="*/ 0 h 1366528"/>
                          <a:gd name="csX4" fmla="*/ 2269589 w 4728310"/>
                          <a:gd name="csY4" fmla="*/ 0 h 1366528"/>
                          <a:gd name="csX5" fmla="*/ 2813344 w 4728310"/>
                          <a:gd name="csY5" fmla="*/ 0 h 1366528"/>
                          <a:gd name="csX6" fmla="*/ 3498949 w 4728310"/>
                          <a:gd name="csY6" fmla="*/ 0 h 1366528"/>
                          <a:gd name="csX7" fmla="*/ 4137271 w 4728310"/>
                          <a:gd name="csY7" fmla="*/ 0 h 1366528"/>
                          <a:gd name="csX8" fmla="*/ 4728310 w 4728310"/>
                          <a:gd name="csY8" fmla="*/ 0 h 1366528"/>
                          <a:gd name="csX9" fmla="*/ 4728310 w 4728310"/>
                          <a:gd name="csY9" fmla="*/ 441844 h 1366528"/>
                          <a:gd name="csX10" fmla="*/ 4728310 w 4728310"/>
                          <a:gd name="csY10" fmla="*/ 856358 h 1366528"/>
                          <a:gd name="csX11" fmla="*/ 4728310 w 4728310"/>
                          <a:gd name="csY11" fmla="*/ 1366528 h 1366528"/>
                          <a:gd name="csX12" fmla="*/ 4042705 w 4728310"/>
                          <a:gd name="csY12" fmla="*/ 1366528 h 1366528"/>
                          <a:gd name="csX13" fmla="*/ 3404383 w 4728310"/>
                          <a:gd name="csY13" fmla="*/ 1366528 h 1366528"/>
                          <a:gd name="csX14" fmla="*/ 2907911 w 4728310"/>
                          <a:gd name="csY14" fmla="*/ 1366528 h 1366528"/>
                          <a:gd name="csX15" fmla="*/ 2364155 w 4728310"/>
                          <a:gd name="csY15" fmla="*/ 1366528 h 1366528"/>
                          <a:gd name="csX16" fmla="*/ 1725833 w 4728310"/>
                          <a:gd name="csY16" fmla="*/ 1366528 h 1366528"/>
                          <a:gd name="csX17" fmla="*/ 1087511 w 4728310"/>
                          <a:gd name="csY17" fmla="*/ 1366528 h 1366528"/>
                          <a:gd name="csX18" fmla="*/ 543756 w 4728310"/>
                          <a:gd name="csY18" fmla="*/ 1366528 h 1366528"/>
                          <a:gd name="csX19" fmla="*/ 0 w 4728310"/>
                          <a:gd name="csY19" fmla="*/ 1366528 h 1366528"/>
                          <a:gd name="csX20" fmla="*/ 0 w 4728310"/>
                          <a:gd name="csY20" fmla="*/ 924684 h 1366528"/>
                          <a:gd name="csX21" fmla="*/ 0 w 4728310"/>
                          <a:gd name="csY21" fmla="*/ 469175 h 1366528"/>
                          <a:gd name="csX22" fmla="*/ 0 w 4728310"/>
                          <a:gd name="csY22" fmla="*/ 0 h 1366528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</a:cxnLst>
                        <a:rect l="l" t="t" r="r" b="b"/>
                        <a:pathLst>
                          <a:path w="4728310" h="1366528" extrusionOk="0">
                            <a:moveTo>
                              <a:pt x="0" y="0"/>
                            </a:moveTo>
                            <a:cubicBezTo>
                              <a:pt x="214650" y="-8407"/>
                              <a:pt x="446701" y="40375"/>
                              <a:pt x="638322" y="0"/>
                            </a:cubicBezTo>
                            <a:cubicBezTo>
                              <a:pt x="829943" y="-40375"/>
                              <a:pt x="942809" y="53143"/>
                              <a:pt x="1134794" y="0"/>
                            </a:cubicBezTo>
                            <a:cubicBezTo>
                              <a:pt x="1326779" y="-53143"/>
                              <a:pt x="1503625" y="22016"/>
                              <a:pt x="1725833" y="0"/>
                            </a:cubicBezTo>
                            <a:cubicBezTo>
                              <a:pt x="1948041" y="-22016"/>
                              <a:pt x="2080112" y="63252"/>
                              <a:pt x="2269589" y="0"/>
                            </a:cubicBezTo>
                            <a:cubicBezTo>
                              <a:pt x="2459066" y="-63252"/>
                              <a:pt x="2575908" y="1336"/>
                              <a:pt x="2813344" y="0"/>
                            </a:cubicBezTo>
                            <a:cubicBezTo>
                              <a:pt x="3050780" y="-1336"/>
                              <a:pt x="3268843" y="30858"/>
                              <a:pt x="3498949" y="0"/>
                            </a:cubicBezTo>
                            <a:cubicBezTo>
                              <a:pt x="3729055" y="-30858"/>
                              <a:pt x="3823363" y="60792"/>
                              <a:pt x="4137271" y="0"/>
                            </a:cubicBezTo>
                            <a:cubicBezTo>
                              <a:pt x="4451179" y="-60792"/>
                              <a:pt x="4560594" y="7632"/>
                              <a:pt x="4728310" y="0"/>
                            </a:cubicBezTo>
                            <a:cubicBezTo>
                              <a:pt x="4750151" y="205642"/>
                              <a:pt x="4680178" y="272045"/>
                              <a:pt x="4728310" y="441844"/>
                            </a:cubicBezTo>
                            <a:cubicBezTo>
                              <a:pt x="4776442" y="611643"/>
                              <a:pt x="4682772" y="768158"/>
                              <a:pt x="4728310" y="856358"/>
                            </a:cubicBezTo>
                            <a:cubicBezTo>
                              <a:pt x="4773848" y="944558"/>
                              <a:pt x="4692418" y="1113295"/>
                              <a:pt x="4728310" y="1366528"/>
                            </a:cubicBezTo>
                            <a:cubicBezTo>
                              <a:pt x="4568988" y="1434037"/>
                              <a:pt x="4330004" y="1313612"/>
                              <a:pt x="4042705" y="1366528"/>
                            </a:cubicBezTo>
                            <a:cubicBezTo>
                              <a:pt x="3755407" y="1419444"/>
                              <a:pt x="3715867" y="1343959"/>
                              <a:pt x="3404383" y="1366528"/>
                            </a:cubicBezTo>
                            <a:cubicBezTo>
                              <a:pt x="3092899" y="1389097"/>
                              <a:pt x="3074053" y="1341158"/>
                              <a:pt x="2907911" y="1366528"/>
                            </a:cubicBezTo>
                            <a:cubicBezTo>
                              <a:pt x="2741769" y="1391898"/>
                              <a:pt x="2544992" y="1342997"/>
                              <a:pt x="2364155" y="1366528"/>
                            </a:cubicBezTo>
                            <a:cubicBezTo>
                              <a:pt x="2183318" y="1390059"/>
                              <a:pt x="2039040" y="1344913"/>
                              <a:pt x="1725833" y="1366528"/>
                            </a:cubicBezTo>
                            <a:cubicBezTo>
                              <a:pt x="1412626" y="1388143"/>
                              <a:pt x="1314304" y="1318288"/>
                              <a:pt x="1087511" y="1366528"/>
                            </a:cubicBezTo>
                            <a:cubicBezTo>
                              <a:pt x="860718" y="1414768"/>
                              <a:pt x="771907" y="1311030"/>
                              <a:pt x="543756" y="1366528"/>
                            </a:cubicBezTo>
                            <a:cubicBezTo>
                              <a:pt x="315605" y="1422026"/>
                              <a:pt x="120353" y="1311840"/>
                              <a:pt x="0" y="1366528"/>
                            </a:cubicBezTo>
                            <a:cubicBezTo>
                              <a:pt x="-35160" y="1244890"/>
                              <a:pt x="26582" y="1136015"/>
                              <a:pt x="0" y="924684"/>
                            </a:cubicBezTo>
                            <a:cubicBezTo>
                              <a:pt x="-26582" y="713353"/>
                              <a:pt x="7293" y="682544"/>
                              <a:pt x="0" y="469175"/>
                            </a:cubicBezTo>
                            <a:cubicBezTo>
                              <a:pt x="-7293" y="255806"/>
                              <a:pt x="45765" y="22162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45C4A36-AEF5-919B-1B42-D817DAC0D638}"/>
              </a:ext>
            </a:extLst>
          </p:cNvPr>
          <p:cNvSpPr txBox="1"/>
          <p:nvPr/>
        </p:nvSpPr>
        <p:spPr>
          <a:xfrm>
            <a:off x="4370317" y="1986"/>
            <a:ext cx="3449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Diffraction limited resolution</a:t>
            </a:r>
          </a:p>
        </p:txBody>
      </p:sp>
      <p:pic>
        <p:nvPicPr>
          <p:cNvPr id="9218" name="Picture 2" descr="Figure 1. (a) Illustration of the numerical aperture (NA) of a microscope objective, (b) Two points are blurred by diffraction, which results in a limited resolution. The smallest resolvable distance between two points with an optical technique is limited by d=λ/(2nsinθ). [Illustration taken from 2]">
            <a:extLst>
              <a:ext uri="{FF2B5EF4-FFF2-40B4-BE49-F238E27FC236}">
                <a16:creationId xmlns:a16="http://schemas.microsoft.com/office/drawing/2014/main" id="{D8916773-2803-7BFF-9CEE-3AE5196880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3" b="11787"/>
          <a:stretch>
            <a:fillRect/>
          </a:stretch>
        </p:blipFill>
        <p:spPr bwMode="auto">
          <a:xfrm>
            <a:off x="207802" y="1772051"/>
            <a:ext cx="5014315" cy="2425349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DD5564-2AFC-B92F-0DD9-C4BCB838F452}"/>
              </a:ext>
            </a:extLst>
          </p:cNvPr>
          <p:cNvSpPr txBox="1"/>
          <p:nvPr/>
        </p:nvSpPr>
        <p:spPr>
          <a:xfrm>
            <a:off x="130800" y="1018602"/>
            <a:ext cx="50143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 Limit Imposed 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 Nature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Light</a:t>
            </a:r>
          </a:p>
        </p:txBody>
      </p:sp>
    </p:spTree>
    <p:extLst>
      <p:ext uri="{BB962C8B-B14F-4D97-AF65-F5344CB8AC3E}">
        <p14:creationId xmlns:p14="http://schemas.microsoft.com/office/powerpoint/2010/main" val="18452916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AA6E5-E15B-8E53-0B6C-45ED6DB1F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5EB19E-FC2B-5618-99CF-46ED1F2F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23D8B7-65F4-B280-3114-8E545243928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8135D-B9EF-7578-2043-21D10ECF9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29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8AC582-CA4C-15A1-E14B-BBC088DFFA26}"/>
              </a:ext>
            </a:extLst>
          </p:cNvPr>
          <p:cNvGrpSpPr/>
          <p:nvPr/>
        </p:nvGrpSpPr>
        <p:grpSpPr>
          <a:xfrm>
            <a:off x="685800" y="1245714"/>
            <a:ext cx="5170869" cy="2840137"/>
            <a:chOff x="6163276" y="1229918"/>
            <a:chExt cx="5170869" cy="2840137"/>
          </a:xfrm>
        </p:grpSpPr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ABA79E01-C93D-2537-4DF6-0E1620A4C4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63276" y="1229918"/>
              <a:ext cx="5170869" cy="256222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DAF9702-3773-0C32-5D03-E2F5703CC4C4}"/>
                </a:ext>
              </a:extLst>
            </p:cNvPr>
            <p:cNvSpPr txBox="1"/>
            <p:nvPr/>
          </p:nvSpPr>
          <p:spPr>
            <a:xfrm>
              <a:off x="7353048" y="3793056"/>
              <a:ext cx="27913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https://zeiss-campus.magnet.fsu.edu/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1505461-9D3F-B409-4496-F84282E4233A}"/>
              </a:ext>
            </a:extLst>
          </p:cNvPr>
          <p:cNvSpPr txBox="1"/>
          <p:nvPr/>
        </p:nvSpPr>
        <p:spPr>
          <a:xfrm>
            <a:off x="3798743" y="0"/>
            <a:ext cx="4758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ray manipulation – K</a:t>
            </a:r>
            <a:r>
              <a:rPr lang="az-Cyrl-AZ" dirty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hler illumination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512F984-1970-A610-CDD4-869FEE62BA00}"/>
              </a:ext>
            </a:extLst>
          </p:cNvPr>
          <p:cNvGrpSpPr/>
          <p:nvPr/>
        </p:nvGrpSpPr>
        <p:grpSpPr>
          <a:xfrm>
            <a:off x="6958784" y="4030391"/>
            <a:ext cx="3891769" cy="2404157"/>
            <a:chOff x="6958784" y="4030391"/>
            <a:chExt cx="3891769" cy="240415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60AC015-1A3E-7290-69E7-AB15B5509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58784" y="4030391"/>
              <a:ext cx="3891769" cy="212715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412C48-CB43-CDD5-6298-646D6E438DF0}"/>
                </a:ext>
              </a:extLst>
            </p:cNvPr>
            <p:cNvSpPr txBox="1"/>
            <p:nvPr/>
          </p:nvSpPr>
          <p:spPr>
            <a:xfrm>
              <a:off x="7697374" y="6157549"/>
              <a:ext cx="241458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www.teledynevisionsolutions.com/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E1D81B1-6888-C6CF-02B1-514F6630D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81475"/>
            <a:ext cx="5634275" cy="185969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B55443F8-0B51-8C36-2EE8-878C3C65C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528" y="1047303"/>
            <a:ext cx="4078278" cy="2763367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9A83CA-E8D9-D06B-BA99-6425367179F1}"/>
              </a:ext>
            </a:extLst>
          </p:cNvPr>
          <p:cNvSpPr txBox="1"/>
          <p:nvPr/>
        </p:nvSpPr>
        <p:spPr>
          <a:xfrm>
            <a:off x="846519" y="788989"/>
            <a:ext cx="4220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illumination using several lenses</a:t>
            </a:r>
          </a:p>
        </p:txBody>
      </p:sp>
    </p:spTree>
    <p:extLst>
      <p:ext uri="{BB962C8B-B14F-4D97-AF65-F5344CB8AC3E}">
        <p14:creationId xmlns:p14="http://schemas.microsoft.com/office/powerpoint/2010/main" val="4273274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C772A-0F92-DCC4-C918-4EBB95BC9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94318B3-C272-26DC-6C3C-972418920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817446"/>
              </p:ext>
            </p:extLst>
          </p:nvPr>
        </p:nvGraphicFramePr>
        <p:xfrm>
          <a:off x="2494987" y="891529"/>
          <a:ext cx="64800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2841218259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3788746537"/>
                    </a:ext>
                  </a:extLst>
                </a:gridCol>
              </a:tblGrid>
              <a:tr h="2340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390247"/>
                  </a:ext>
                </a:extLst>
              </a:tr>
              <a:tr h="2340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46500"/>
                  </a:ext>
                </a:extLst>
              </a:tr>
            </a:tbl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1E6D84-6502-1CC5-414C-733190445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E2F9DB-D0AA-0698-1C38-9B1C77BB231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94F3D-8414-8382-7679-F318D3D4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30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1516BEE-21E7-AC15-696D-3E3190AFD98A}"/>
              </a:ext>
            </a:extLst>
          </p:cNvPr>
          <p:cNvGrpSpPr/>
          <p:nvPr/>
        </p:nvGrpSpPr>
        <p:grpSpPr>
          <a:xfrm>
            <a:off x="2455470" y="1014655"/>
            <a:ext cx="3106912" cy="2096304"/>
            <a:chOff x="657487" y="2114471"/>
            <a:chExt cx="3106912" cy="2096304"/>
          </a:xfrm>
        </p:grpSpPr>
        <p:pic>
          <p:nvPicPr>
            <p:cNvPr id="6" name="Picture 8" descr="NKT Photonics BASIK MIKRO Fiber Laser, 1535 to 1580nm, 10 to 40mW, Product  - Photonic Solutions, UK.">
              <a:extLst>
                <a:ext uri="{FF2B5EF4-FFF2-40B4-BE49-F238E27FC236}">
                  <a16:creationId xmlns:a16="http://schemas.microsoft.com/office/drawing/2014/main" id="{F5248940-4DC9-6983-F5D1-8685893472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665" y="2354070"/>
              <a:ext cx="2851734" cy="18567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022CEB1-B5A6-A53B-6858-136D9CF6D809}"/>
                </a:ext>
              </a:extLst>
            </p:cNvPr>
            <p:cNvSpPr txBox="1"/>
            <p:nvPr/>
          </p:nvSpPr>
          <p:spPr>
            <a:xfrm>
              <a:off x="657487" y="2114471"/>
              <a:ext cx="154882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Illumination</a:t>
              </a:r>
            </a:p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Sources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3EBA7A9-5D70-E1E8-FED5-924DFBC4B118}"/>
              </a:ext>
            </a:extLst>
          </p:cNvPr>
          <p:cNvGrpSpPr/>
          <p:nvPr/>
        </p:nvGrpSpPr>
        <p:grpSpPr>
          <a:xfrm>
            <a:off x="3025354" y="3503249"/>
            <a:ext cx="2052653" cy="1842758"/>
            <a:chOff x="1732987" y="4126171"/>
            <a:chExt cx="2052653" cy="1842758"/>
          </a:xfrm>
        </p:grpSpPr>
        <p:pic>
          <p:nvPicPr>
            <p:cNvPr id="9" name="Picture 4" descr="SPCM-AQRH-12-FC">
              <a:hlinkClick r:id="rId3" action="ppaction://hlinksldjump"/>
              <a:extLst>
                <a:ext uri="{FF2B5EF4-FFF2-40B4-BE49-F238E27FC236}">
                  <a16:creationId xmlns:a16="http://schemas.microsoft.com/office/drawing/2014/main" id="{B670FDD8-9D2B-A98B-9374-98EFEA47C5E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200" b="20573"/>
            <a:stretch>
              <a:fillRect/>
            </a:stretch>
          </p:blipFill>
          <p:spPr bwMode="auto">
            <a:xfrm>
              <a:off x="1732987" y="4613094"/>
              <a:ext cx="2052653" cy="1355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09EDA05-1A58-4393-B3E7-596DFBEB861B}"/>
                </a:ext>
              </a:extLst>
            </p:cNvPr>
            <p:cNvSpPr txBox="1"/>
            <p:nvPr/>
          </p:nvSpPr>
          <p:spPr>
            <a:xfrm>
              <a:off x="2163374" y="4126171"/>
              <a:ext cx="12234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Detectors</a:t>
              </a: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DDA46E41-440D-AA0B-8732-D848437D3C5B}"/>
              </a:ext>
            </a:extLst>
          </p:cNvPr>
          <p:cNvSpPr txBox="1">
            <a:spLocks/>
          </p:cNvSpPr>
          <p:nvPr/>
        </p:nvSpPr>
        <p:spPr>
          <a:xfrm>
            <a:off x="4398986" y="2911"/>
            <a:ext cx="3394028" cy="4370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Microscope main components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69E3C37-C5A3-BCE2-4E3F-03BB1265DA64}"/>
              </a:ext>
            </a:extLst>
          </p:cNvPr>
          <p:cNvGrpSpPr/>
          <p:nvPr/>
        </p:nvGrpSpPr>
        <p:grpSpPr>
          <a:xfrm>
            <a:off x="6342526" y="3407006"/>
            <a:ext cx="2129509" cy="1989300"/>
            <a:chOff x="5520440" y="3895206"/>
            <a:chExt cx="2129509" cy="198930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412267-1AA8-E340-19C7-950C5EB8A191}"/>
                </a:ext>
              </a:extLst>
            </p:cNvPr>
            <p:cNvSpPr txBox="1"/>
            <p:nvPr/>
          </p:nvSpPr>
          <p:spPr>
            <a:xfrm>
              <a:off x="5546163" y="3895206"/>
              <a:ext cx="2078069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Acquisition </a:t>
              </a:r>
            </a:p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Components</a:t>
              </a:r>
            </a:p>
          </p:txBody>
        </p:sp>
        <p:pic>
          <p:nvPicPr>
            <p:cNvPr id="14" name="Picture 2" descr="777643-01">
              <a:hlinkClick r:id="rId5" action="ppaction://hlinksldjump"/>
              <a:extLst>
                <a:ext uri="{FF2B5EF4-FFF2-40B4-BE49-F238E27FC236}">
                  <a16:creationId xmlns:a16="http://schemas.microsoft.com/office/drawing/2014/main" id="{F8E08AE4-C550-ACD6-1481-31C626FBB3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420" r="21187"/>
            <a:stretch/>
          </p:blipFill>
          <p:spPr bwMode="auto">
            <a:xfrm rot="5400000">
              <a:off x="6006043" y="4240600"/>
              <a:ext cx="1158303" cy="21295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D3031FA-691A-4858-30A3-BB60A7E08832}"/>
              </a:ext>
            </a:extLst>
          </p:cNvPr>
          <p:cNvGrpSpPr/>
          <p:nvPr/>
        </p:nvGrpSpPr>
        <p:grpSpPr>
          <a:xfrm>
            <a:off x="6065360" y="1116137"/>
            <a:ext cx="2637543" cy="1949298"/>
            <a:chOff x="7130232" y="1660153"/>
            <a:chExt cx="2637543" cy="1949298"/>
          </a:xfrm>
        </p:grpSpPr>
        <p:pic>
          <p:nvPicPr>
            <p:cNvPr id="9218" name="Picture 2">
              <a:extLst>
                <a:ext uri="{FF2B5EF4-FFF2-40B4-BE49-F238E27FC236}">
                  <a16:creationId xmlns:a16="http://schemas.microsoft.com/office/drawing/2014/main" id="{303B4277-6736-06A2-F97D-3287341889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30232" y="1850817"/>
              <a:ext cx="2637543" cy="17586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892E7F-196D-0B1B-3848-99812717B973}"/>
                </a:ext>
              </a:extLst>
            </p:cNvPr>
            <p:cNvSpPr txBox="1"/>
            <p:nvPr/>
          </p:nvSpPr>
          <p:spPr>
            <a:xfrm>
              <a:off x="7161081" y="1660153"/>
              <a:ext cx="24400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Optical Components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95067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3B00FB-3514-C8A1-191E-CAE4736C5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3769E7-B986-03F1-4B65-1B27D9E6B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31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E465E3-DF4F-58CE-435B-9934AF52814B}"/>
              </a:ext>
            </a:extLst>
          </p:cNvPr>
          <p:cNvSpPr txBox="1"/>
          <p:nvPr/>
        </p:nvSpPr>
        <p:spPr>
          <a:xfrm>
            <a:off x="175073" y="1197596"/>
            <a:ext cx="81304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Lamps</a:t>
            </a:r>
          </a:p>
        </p:txBody>
      </p:sp>
      <p:pic>
        <p:nvPicPr>
          <p:cNvPr id="7178" name="Picture 10">
            <a:extLst>
              <a:ext uri="{FF2B5EF4-FFF2-40B4-BE49-F238E27FC236}">
                <a16:creationId xmlns:a16="http://schemas.microsoft.com/office/drawing/2014/main" id="{43DFE000-CD06-0811-8BEA-07AA446EA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266" y="716844"/>
            <a:ext cx="1330837" cy="133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E1C3F7-E5E1-9EB8-1CC6-2FA39A136746}"/>
              </a:ext>
            </a:extLst>
          </p:cNvPr>
          <p:cNvSpPr txBox="1"/>
          <p:nvPr/>
        </p:nvSpPr>
        <p:spPr>
          <a:xfrm>
            <a:off x="3665729" y="1197596"/>
            <a:ext cx="299575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82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 spectral excitation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1C69CD-94EA-D8A8-91F7-8949BCA426C4}"/>
              </a:ext>
            </a:extLst>
          </p:cNvPr>
          <p:cNvSpPr txBox="1"/>
          <p:nvPr/>
        </p:nvSpPr>
        <p:spPr>
          <a:xfrm>
            <a:off x="175073" y="255619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LEDs</a:t>
            </a:r>
          </a:p>
        </p:txBody>
      </p:sp>
      <p:pic>
        <p:nvPicPr>
          <p:cNvPr id="11" name="Picture 4" descr="Image result for LEDs">
            <a:extLst>
              <a:ext uri="{FF2B5EF4-FFF2-40B4-BE49-F238E27FC236}">
                <a16:creationId xmlns:a16="http://schemas.microsoft.com/office/drawing/2014/main" id="{75E8BDCA-7AE9-41DF-D03A-01A966C95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266" y="2192224"/>
            <a:ext cx="1109472" cy="1097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1051261-7071-0555-C112-E01A8BF46054}"/>
              </a:ext>
            </a:extLst>
          </p:cNvPr>
          <p:cNvSpPr txBox="1"/>
          <p:nvPr/>
        </p:nvSpPr>
        <p:spPr>
          <a:xfrm>
            <a:off x="3665730" y="2417699"/>
            <a:ext cx="4142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2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Cheap, Long-lasting, Poor spectral purity, Hard to focus into fibers, Portable systems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1B292A-19D6-8190-4E8F-9649EB2F516A}"/>
              </a:ext>
            </a:extLst>
          </p:cNvPr>
          <p:cNvSpPr txBox="1"/>
          <p:nvPr/>
        </p:nvSpPr>
        <p:spPr>
          <a:xfrm>
            <a:off x="175073" y="3844324"/>
            <a:ext cx="1409360" cy="3611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 Diodes</a:t>
            </a:r>
          </a:p>
        </p:txBody>
      </p:sp>
      <p:pic>
        <p:nvPicPr>
          <p:cNvPr id="15" name="Picture 6" descr="Image result for laser diodes">
            <a:extLst>
              <a:ext uri="{FF2B5EF4-FFF2-40B4-BE49-F238E27FC236}">
                <a16:creationId xmlns:a16="http://schemas.microsoft.com/office/drawing/2014/main" id="{255DE9F3-4631-9719-2DAB-72E6095787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5" t="9391" r="13829" b="7178"/>
          <a:stretch/>
        </p:blipFill>
        <p:spPr bwMode="auto">
          <a:xfrm>
            <a:off x="1666266" y="3577844"/>
            <a:ext cx="1303788" cy="89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FA71BE6-5E36-43D9-BD81-130FB0820CAF}"/>
              </a:ext>
            </a:extLst>
          </p:cNvPr>
          <p:cNvSpPr txBox="1"/>
          <p:nvPr/>
        </p:nvSpPr>
        <p:spPr>
          <a:xfrm>
            <a:off x="3665730" y="3701722"/>
            <a:ext cx="6428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2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High-power, Better coherence, Stable, Easy to couple w/ fibers, Delicate – easy to burn down, More expensive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8E0AE1-BAC3-1B8D-B6FA-9DBBBBD0C6FA}"/>
              </a:ext>
            </a:extLst>
          </p:cNvPr>
          <p:cNvSpPr txBox="1"/>
          <p:nvPr/>
        </p:nvSpPr>
        <p:spPr>
          <a:xfrm>
            <a:off x="175073" y="5206059"/>
            <a:ext cx="160407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 Systems</a:t>
            </a:r>
          </a:p>
        </p:txBody>
      </p:sp>
      <p:pic>
        <p:nvPicPr>
          <p:cNvPr id="19" name="Picture 18" descr="Shape&#10;&#10;Description automatically generated">
            <a:extLst>
              <a:ext uri="{FF2B5EF4-FFF2-40B4-BE49-F238E27FC236}">
                <a16:creationId xmlns:a16="http://schemas.microsoft.com/office/drawing/2014/main" id="{152B24F2-2EBC-AC1E-4447-2EDF104BE1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265" y="4974967"/>
            <a:ext cx="1907113" cy="9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CDE6B88-15F0-29AB-7F56-738AB4410022}"/>
              </a:ext>
            </a:extLst>
          </p:cNvPr>
          <p:cNvSpPr txBox="1"/>
          <p:nvPr/>
        </p:nvSpPr>
        <p:spPr>
          <a:xfrm>
            <a:off x="3665729" y="5102252"/>
            <a:ext cx="526170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742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Desired bandwidth, wavelength, stability, frequency, high coherency, Most expensive</a:t>
            </a:r>
          </a:p>
        </p:txBody>
      </p:sp>
      <p:pic>
        <p:nvPicPr>
          <p:cNvPr id="7170" name="Picture 2" descr="how does an LED work, led light fixture information">
            <a:extLst>
              <a:ext uri="{FF2B5EF4-FFF2-40B4-BE49-F238E27FC236}">
                <a16:creationId xmlns:a16="http://schemas.microsoft.com/office/drawing/2014/main" id="{BEC47357-A643-3DE9-E29A-DCE1C0471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718" y="1755476"/>
            <a:ext cx="2719220" cy="1812813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03F3F27C-F335-E41C-5B4B-9EEBCFB77556}"/>
              </a:ext>
            </a:extLst>
          </p:cNvPr>
          <p:cNvSpPr/>
          <p:nvPr/>
        </p:nvSpPr>
        <p:spPr>
          <a:xfrm>
            <a:off x="11506964" y="1197596"/>
            <a:ext cx="348916" cy="4550987"/>
          </a:xfrm>
          <a:prstGeom prst="downArrow">
            <a:avLst/>
          </a:prstGeom>
          <a:gradFill flip="none" rotWithShape="1">
            <a:gsLst>
              <a:gs pos="8000">
                <a:srgbClr val="FF0000"/>
              </a:gs>
              <a:gs pos="100000">
                <a:schemeClr val="bg1"/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4270E7-7415-50C2-52EE-8E109CCFD9B1}"/>
              </a:ext>
            </a:extLst>
          </p:cNvPr>
          <p:cNvSpPr txBox="1"/>
          <p:nvPr/>
        </p:nvSpPr>
        <p:spPr>
          <a:xfrm>
            <a:off x="10759148" y="551265"/>
            <a:ext cx="126440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8250"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coherency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BBED73-0B5D-B18B-DDEE-3F2F6357D8F9}"/>
              </a:ext>
            </a:extLst>
          </p:cNvPr>
          <p:cNvSpPr txBox="1"/>
          <p:nvPr/>
        </p:nvSpPr>
        <p:spPr>
          <a:xfrm>
            <a:off x="10843992" y="5746071"/>
            <a:ext cx="126440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8250"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coherency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F5C7C89-CB0F-A1D7-3B34-B60765520707}"/>
              </a:ext>
            </a:extLst>
          </p:cNvPr>
          <p:cNvSpPr txBox="1">
            <a:spLocks/>
          </p:cNvSpPr>
          <p:nvPr/>
        </p:nvSpPr>
        <p:spPr>
          <a:xfrm>
            <a:off x="3257549" y="2911"/>
            <a:ext cx="5686425" cy="4370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Microscope main components – Illumination sources </a:t>
            </a:r>
          </a:p>
        </p:txBody>
      </p:sp>
    </p:spTree>
    <p:extLst>
      <p:ext uri="{BB962C8B-B14F-4D97-AF65-F5344CB8AC3E}">
        <p14:creationId xmlns:p14="http://schemas.microsoft.com/office/powerpoint/2010/main" val="32595367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64B85-A04C-ABF6-F94B-3A8D28A2D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149316-26B9-1E2A-B90D-CF6107271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52F7F-025F-57F7-B46D-04EC4CF9571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4CA39-536D-2F94-8EB2-91E2BF356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32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11A165C-3BB3-1302-089E-2B4B61FDA9E3}"/>
              </a:ext>
            </a:extLst>
          </p:cNvPr>
          <p:cNvSpPr txBox="1">
            <a:spLocks/>
          </p:cNvSpPr>
          <p:nvPr/>
        </p:nvSpPr>
        <p:spPr>
          <a:xfrm>
            <a:off x="3943351" y="12460"/>
            <a:ext cx="4305300" cy="4370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Microscope main components - Optics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D4013E8-801F-B5DC-1172-1B60F182B0BF}"/>
              </a:ext>
            </a:extLst>
          </p:cNvPr>
          <p:cNvGrpSpPr/>
          <p:nvPr/>
        </p:nvGrpSpPr>
        <p:grpSpPr>
          <a:xfrm>
            <a:off x="154689" y="536427"/>
            <a:ext cx="5259880" cy="2852323"/>
            <a:chOff x="732204" y="985453"/>
            <a:chExt cx="5259880" cy="285232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52E3BA9-3E0E-D81A-2E2E-C661110A7771}"/>
                </a:ext>
              </a:extLst>
            </p:cNvPr>
            <p:cNvSpPr/>
            <p:nvPr/>
          </p:nvSpPr>
          <p:spPr>
            <a:xfrm>
              <a:off x="732204" y="985453"/>
              <a:ext cx="5259880" cy="285232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9BFCA79-8BB1-7EBA-84B3-F03D6F326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5473" y="1127244"/>
              <a:ext cx="3813949" cy="2537555"/>
            </a:xfrm>
            <a:prstGeom prst="rect">
              <a:avLst/>
            </a:prstGeom>
            <a:ln w="19050">
              <a:noFill/>
            </a:ln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72E39AD-41FE-A476-86C3-0AB18954A6D6}"/>
                </a:ext>
              </a:extLst>
            </p:cNvPr>
            <p:cNvSpPr txBox="1"/>
            <p:nvPr/>
          </p:nvSpPr>
          <p:spPr>
            <a:xfrm>
              <a:off x="732204" y="1500088"/>
              <a:ext cx="1045875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Mirrors</a:t>
              </a:r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Broadband dielectric, gold, cylindrical, </a:t>
              </a:r>
            </a:p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Concave,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CA8E3ED-2927-1717-8344-1C230E320AE6}"/>
              </a:ext>
            </a:extLst>
          </p:cNvPr>
          <p:cNvGrpSpPr/>
          <p:nvPr/>
        </p:nvGrpSpPr>
        <p:grpSpPr>
          <a:xfrm>
            <a:off x="6864255" y="3598376"/>
            <a:ext cx="5208048" cy="2682386"/>
            <a:chOff x="6574376" y="3607901"/>
            <a:chExt cx="5208048" cy="268238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BDCA261-FE97-0DB4-D969-F1E9ADC244CA}"/>
                </a:ext>
              </a:extLst>
            </p:cNvPr>
            <p:cNvSpPr/>
            <p:nvPr/>
          </p:nvSpPr>
          <p:spPr>
            <a:xfrm>
              <a:off x="6574376" y="3607901"/>
              <a:ext cx="5208048" cy="268238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3637CE9-3946-0EB0-0C41-243DA2D73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04721" y="3708883"/>
              <a:ext cx="4932917" cy="2249844"/>
            </a:xfrm>
            <a:prstGeom prst="rect">
              <a:avLst/>
            </a:prstGeom>
            <a:ln w="19050">
              <a:noFill/>
            </a:ln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EEA59E0-63B0-38B6-7EC1-24BE70A0E51E}"/>
                </a:ext>
              </a:extLst>
            </p:cNvPr>
            <p:cNvSpPr txBox="1"/>
            <p:nvPr/>
          </p:nvSpPr>
          <p:spPr>
            <a:xfrm>
              <a:off x="6991351" y="5967122"/>
              <a:ext cx="466725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Beamsplitters</a:t>
              </a:r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X/Y (50/50), Dichromatic, Polarizing,…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F81C659-983A-6EC4-0DFB-245756B32078}"/>
              </a:ext>
            </a:extLst>
          </p:cNvPr>
          <p:cNvGrpSpPr/>
          <p:nvPr/>
        </p:nvGrpSpPr>
        <p:grpSpPr>
          <a:xfrm>
            <a:off x="5972378" y="536427"/>
            <a:ext cx="6099925" cy="2892573"/>
            <a:chOff x="5672974" y="981463"/>
            <a:chExt cx="6099925" cy="290574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FBD4806-08FC-11C2-7F6D-77633C4F88A0}"/>
                </a:ext>
              </a:extLst>
            </p:cNvPr>
            <p:cNvSpPr/>
            <p:nvPr/>
          </p:nvSpPr>
          <p:spPr>
            <a:xfrm>
              <a:off x="5672974" y="981463"/>
              <a:ext cx="6099925" cy="290574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97C22CF-D91C-A121-D385-51B08EB897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26901" y="1131783"/>
              <a:ext cx="5811721" cy="2297217"/>
            </a:xfrm>
            <a:prstGeom prst="rect">
              <a:avLst/>
            </a:prstGeom>
            <a:ln w="19050">
              <a:noFill/>
            </a:ln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BF99455-78C1-287A-2703-AB5F63C44386}"/>
                </a:ext>
              </a:extLst>
            </p:cNvPr>
            <p:cNvSpPr txBox="1"/>
            <p:nvPr/>
          </p:nvSpPr>
          <p:spPr>
            <a:xfrm>
              <a:off x="6262939" y="3489270"/>
              <a:ext cx="53244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Filters</a:t>
              </a:r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Intensity (ND), bandpass, long/short pass, polarization, …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A1DC8B6-F02C-0DE4-B24A-DC7F3FB09925}"/>
              </a:ext>
            </a:extLst>
          </p:cNvPr>
          <p:cNvGrpSpPr/>
          <p:nvPr/>
        </p:nvGrpSpPr>
        <p:grpSpPr>
          <a:xfrm>
            <a:off x="154689" y="3564499"/>
            <a:ext cx="5941312" cy="2757074"/>
            <a:chOff x="559614" y="3651795"/>
            <a:chExt cx="6097246" cy="29012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63F2433-E991-6614-6ED2-C5B14FCF1EED}"/>
                </a:ext>
              </a:extLst>
            </p:cNvPr>
            <p:cNvSpPr/>
            <p:nvPr/>
          </p:nvSpPr>
          <p:spPr>
            <a:xfrm>
              <a:off x="559614" y="3651795"/>
              <a:ext cx="6097246" cy="29012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EFAED13-B5BA-BA39-7EB7-B1457DAA39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60715" y="3775543"/>
              <a:ext cx="4735872" cy="2471895"/>
            </a:xfrm>
            <a:prstGeom prst="rect">
              <a:avLst/>
            </a:prstGeom>
            <a:ln w="19050">
              <a:noFill/>
            </a:ln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48688CA-A768-626D-305F-F555EB5745CB}"/>
                </a:ext>
              </a:extLst>
            </p:cNvPr>
            <p:cNvSpPr txBox="1"/>
            <p:nvPr/>
          </p:nvSpPr>
          <p:spPr>
            <a:xfrm>
              <a:off x="642516" y="3947248"/>
              <a:ext cx="1227315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Lenses</a:t>
              </a:r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Aspheric, Achromatic,</a:t>
              </a:r>
            </a:p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Convex,</a:t>
              </a:r>
            </a:p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Concave,</a:t>
              </a:r>
            </a:p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Doublet, </a:t>
              </a:r>
            </a:p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Powell,</a:t>
              </a:r>
            </a:p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Cylindrical,</a:t>
              </a:r>
            </a:p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39177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F4186-447A-4951-1265-35C3BE25D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F20773-9061-5D8F-5FDE-56FD6D50F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52F768-88C7-91EB-6329-4105152B530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23D15-0B68-9A8B-0664-CE226E4D2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33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3540FA-B1F4-CA90-9E97-51500A9373B0}"/>
              </a:ext>
            </a:extLst>
          </p:cNvPr>
          <p:cNvGrpSpPr/>
          <p:nvPr/>
        </p:nvGrpSpPr>
        <p:grpSpPr>
          <a:xfrm>
            <a:off x="415740" y="3058592"/>
            <a:ext cx="2972569" cy="1355167"/>
            <a:chOff x="6009506" y="616245"/>
            <a:chExt cx="2972569" cy="135516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A499362-AE15-3BF5-9122-5C9578860ED3}"/>
                </a:ext>
              </a:extLst>
            </p:cNvPr>
            <p:cNvSpPr/>
            <p:nvPr/>
          </p:nvSpPr>
          <p:spPr>
            <a:xfrm>
              <a:off x="6009506" y="616245"/>
              <a:ext cx="2972569" cy="135516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6" descr="https://www.solo-labs.com/wp-content/uploads/2014/02/photo-diode.jpg">
              <a:extLst>
                <a:ext uri="{FF2B5EF4-FFF2-40B4-BE49-F238E27FC236}">
                  <a16:creationId xmlns:a16="http://schemas.microsoft.com/office/drawing/2014/main" id="{5330D3D0-4415-2CEF-7A4C-2DCAF2A116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24177" y="764877"/>
              <a:ext cx="1066734" cy="106673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What is a Photodiode? Working, V-I Characteristics, Applications">
              <a:extLst>
                <a:ext uri="{FF2B5EF4-FFF2-40B4-BE49-F238E27FC236}">
                  <a16:creationId xmlns:a16="http://schemas.microsoft.com/office/drawing/2014/main" id="{4117C43C-98E4-CAD3-F543-DB99D37A24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022"/>
            <a:stretch/>
          </p:blipFill>
          <p:spPr bwMode="auto">
            <a:xfrm>
              <a:off x="6194391" y="870645"/>
              <a:ext cx="1367577" cy="81067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D886AB-B635-8DAC-3D33-13A9FB994D83}"/>
              </a:ext>
            </a:extLst>
          </p:cNvPr>
          <p:cNvSpPr txBox="1">
            <a:spLocks/>
          </p:cNvSpPr>
          <p:nvPr/>
        </p:nvSpPr>
        <p:spPr>
          <a:xfrm>
            <a:off x="310469" y="1189956"/>
            <a:ext cx="3946671" cy="9966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Photodiodes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(PN junction diode in reverse bias)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cheap, high speed, moderate sensitivity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F7307BE-6680-CD56-6561-B0DF09BEA324}"/>
              </a:ext>
            </a:extLst>
          </p:cNvPr>
          <p:cNvGrpSpPr/>
          <p:nvPr/>
        </p:nvGrpSpPr>
        <p:grpSpPr>
          <a:xfrm>
            <a:off x="4099289" y="3058592"/>
            <a:ext cx="3755220" cy="2022994"/>
            <a:chOff x="5729405" y="1886553"/>
            <a:chExt cx="3755220" cy="202299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0A9BE-8C56-C0E3-7E32-42A4261536F5}"/>
                </a:ext>
              </a:extLst>
            </p:cNvPr>
            <p:cNvSpPr/>
            <p:nvPr/>
          </p:nvSpPr>
          <p:spPr>
            <a:xfrm>
              <a:off x="5729405" y="1886553"/>
              <a:ext cx="3755220" cy="2022994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10" descr="https://upload.wikimedia.org/wikipedia/commons/thumb/9/91/Avalanche_photodiode.JPG/1200px-Avalanche_photodiode.JPG">
              <a:extLst>
                <a:ext uri="{FF2B5EF4-FFF2-40B4-BE49-F238E27FC236}">
                  <a16:creationId xmlns:a16="http://schemas.microsoft.com/office/drawing/2014/main" id="{71516884-8024-CE87-90A4-A6DF93FC5B2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43" t="7237" r="38991" b="24204"/>
            <a:stretch/>
          </p:blipFill>
          <p:spPr bwMode="auto">
            <a:xfrm>
              <a:off x="5972322" y="2113044"/>
              <a:ext cx="1234014" cy="1442907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http://www.hamamatsu.com/sp/hc/osh/osh_0101_000_figure02.gif">
              <a:extLst>
                <a:ext uri="{FF2B5EF4-FFF2-40B4-BE49-F238E27FC236}">
                  <a16:creationId xmlns:a16="http://schemas.microsoft.com/office/drawing/2014/main" id="{ED3061D3-93F4-B05A-DEE6-B1B1C2E860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7498" y="2016554"/>
              <a:ext cx="1983151" cy="176226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A6725D5-32A3-7338-A875-C999D2BCD18D}"/>
              </a:ext>
            </a:extLst>
          </p:cNvPr>
          <p:cNvGrpSpPr/>
          <p:nvPr/>
        </p:nvGrpSpPr>
        <p:grpSpPr>
          <a:xfrm>
            <a:off x="8134768" y="3058592"/>
            <a:ext cx="3949857" cy="2146480"/>
            <a:chOff x="6556218" y="3870443"/>
            <a:chExt cx="3949857" cy="214648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ACB0908-60EF-DC4E-58FE-C69B3575D913}"/>
                </a:ext>
              </a:extLst>
            </p:cNvPr>
            <p:cNvSpPr/>
            <p:nvPr/>
          </p:nvSpPr>
          <p:spPr>
            <a:xfrm>
              <a:off x="6556218" y="3870443"/>
              <a:ext cx="3949857" cy="214648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6" descr="https://www.photonics.com/images/Web/Products/2010/11/1/Hamamatsu_1.jpg">
              <a:extLst>
                <a:ext uri="{FF2B5EF4-FFF2-40B4-BE49-F238E27FC236}">
                  <a16:creationId xmlns:a16="http://schemas.microsoft.com/office/drawing/2014/main" id="{49910C0C-F7A1-0F69-095D-BE0C8E72B2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997" t="1967" r="21918" b="6029"/>
            <a:stretch/>
          </p:blipFill>
          <p:spPr bwMode="auto">
            <a:xfrm>
              <a:off x="6666534" y="4108398"/>
              <a:ext cx="893120" cy="169052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8" descr="https://c2.staticflickr.com/4/3653/3681701585_8545d2d15a.jpg">
              <a:extLst>
                <a:ext uri="{FF2B5EF4-FFF2-40B4-BE49-F238E27FC236}">
                  <a16:creationId xmlns:a16="http://schemas.microsoft.com/office/drawing/2014/main" id="{C6BADEFA-FEDF-F7B6-50F0-E1512AAEBB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570" y="3979698"/>
              <a:ext cx="2711923" cy="19091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1A68E3BB-4845-EDD2-00FC-71D4E8C82DEB}"/>
              </a:ext>
            </a:extLst>
          </p:cNvPr>
          <p:cNvSpPr txBox="1">
            <a:spLocks/>
          </p:cNvSpPr>
          <p:nvPr/>
        </p:nvSpPr>
        <p:spPr>
          <a:xfrm>
            <a:off x="3783110" y="0"/>
            <a:ext cx="4627883" cy="4370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Microscope main components - Detectors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AD1CE0-9548-8611-ECF4-AB9B93290E93}"/>
              </a:ext>
            </a:extLst>
          </p:cNvPr>
          <p:cNvSpPr txBox="1"/>
          <p:nvPr/>
        </p:nvSpPr>
        <p:spPr>
          <a:xfrm>
            <a:off x="4302252" y="1189956"/>
            <a:ext cx="35652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Avalanche Photo Diodes (APD)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gain/sensitivity, higher cost,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delicate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039A2A-B5A9-BB61-4A93-5D7EA8DEA5A5}"/>
              </a:ext>
            </a:extLst>
          </p:cNvPr>
          <p:cNvSpPr txBox="1"/>
          <p:nvPr/>
        </p:nvSpPr>
        <p:spPr>
          <a:xfrm>
            <a:off x="8356994" y="1189956"/>
            <a:ext cx="34332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Photomultiplier tubes (PMT)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high gain/sensitivity,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high voltage,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prone to damage,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near-IR reach (&lt; 850 nm) </a:t>
            </a:r>
          </a:p>
        </p:txBody>
      </p:sp>
    </p:spTree>
    <p:extLst>
      <p:ext uri="{BB962C8B-B14F-4D97-AF65-F5344CB8AC3E}">
        <p14:creationId xmlns:p14="http://schemas.microsoft.com/office/powerpoint/2010/main" val="42386050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5618F-B1BE-C781-AFAD-ACAC66488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6ECE94-4CA2-E27D-FC01-E413538FF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DF69B1-A81E-68BC-A443-87F8D558AA3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174F5-A0FC-3858-6814-3CD0F9FF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34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4A58F-49BC-A779-0D2E-E9095017EEFF}"/>
              </a:ext>
            </a:extLst>
          </p:cNvPr>
          <p:cNvSpPr txBox="1"/>
          <p:nvPr/>
        </p:nvSpPr>
        <p:spPr>
          <a:xfrm>
            <a:off x="275319" y="710587"/>
            <a:ext cx="44049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 coupled devices (CCD)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capacitors transfer charges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Cheap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654C60B-7CDC-F4AB-D11F-EA64E2F57D75}"/>
              </a:ext>
            </a:extLst>
          </p:cNvPr>
          <p:cNvGrpSpPr/>
          <p:nvPr/>
        </p:nvGrpSpPr>
        <p:grpSpPr>
          <a:xfrm>
            <a:off x="6619875" y="3678692"/>
            <a:ext cx="4600575" cy="2471292"/>
            <a:chOff x="5562599" y="3727040"/>
            <a:chExt cx="4600575" cy="247129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CCCFE15-08CC-1335-B57E-CBD0857D0883}"/>
                </a:ext>
              </a:extLst>
            </p:cNvPr>
            <p:cNvSpPr/>
            <p:nvPr/>
          </p:nvSpPr>
          <p:spPr>
            <a:xfrm>
              <a:off x="5562599" y="3727040"/>
              <a:ext cx="4600575" cy="247129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7B896272-A8B5-706F-62D9-2ACC003FB4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0252" y="4162448"/>
              <a:ext cx="2350418" cy="1436367"/>
            </a:xfrm>
            <a:prstGeom prst="rect">
              <a:avLst/>
            </a:prstGeom>
            <a:noFill/>
            <a:ln w="1905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http://www.digitalbolex.com/wp-content/uploads/2013/06/CCD-VS-CMOS.jpg">
              <a:extLst>
                <a:ext uri="{FF2B5EF4-FFF2-40B4-BE49-F238E27FC236}">
                  <a16:creationId xmlns:a16="http://schemas.microsoft.com/office/drawing/2014/main" id="{68A7EE85-AAE0-C8C9-37FA-28E947E489C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12" t="10135" r="2228" b="13900"/>
            <a:stretch/>
          </p:blipFill>
          <p:spPr bwMode="auto">
            <a:xfrm>
              <a:off x="8271777" y="3830748"/>
              <a:ext cx="1776414" cy="2169067"/>
            </a:xfrm>
            <a:prstGeom prst="rect">
              <a:avLst/>
            </a:prstGeom>
            <a:noFill/>
            <a:ln w="1905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A1CCD50-6A77-45AA-AA4D-039B2036D266}"/>
              </a:ext>
            </a:extLst>
          </p:cNvPr>
          <p:cNvGrpSpPr/>
          <p:nvPr/>
        </p:nvGrpSpPr>
        <p:grpSpPr>
          <a:xfrm>
            <a:off x="6619875" y="710587"/>
            <a:ext cx="4938029" cy="2471292"/>
            <a:chOff x="6129338" y="1107659"/>
            <a:chExt cx="4938029" cy="247129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915834-C1B9-FB30-AC78-A4A0D3B0E5E4}"/>
                </a:ext>
              </a:extLst>
            </p:cNvPr>
            <p:cNvSpPr/>
            <p:nvPr/>
          </p:nvSpPr>
          <p:spPr>
            <a:xfrm>
              <a:off x="6129338" y="1107659"/>
              <a:ext cx="4938029" cy="247129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C8F8649B-BC4A-7B7B-E1EA-DF5C10E4BC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71982" y="1408993"/>
              <a:ext cx="2511802" cy="1610432"/>
            </a:xfrm>
            <a:prstGeom prst="rect">
              <a:avLst/>
            </a:prstGeom>
            <a:noFill/>
            <a:ln w="1905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8" descr="http://www.digitalbolex.com/wp-content/uploads/2013/06/CCD-VS-CMOS.jpg">
              <a:extLst>
                <a:ext uri="{FF2B5EF4-FFF2-40B4-BE49-F238E27FC236}">
                  <a16:creationId xmlns:a16="http://schemas.microsoft.com/office/drawing/2014/main" id="{7752B57C-1820-41D3-D92E-F309EEBEC17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135" r="50000" b="6868"/>
            <a:stretch/>
          </p:blipFill>
          <p:spPr bwMode="auto">
            <a:xfrm>
              <a:off x="8998059" y="1201173"/>
              <a:ext cx="1844859" cy="2296746"/>
            </a:xfrm>
            <a:prstGeom prst="rect">
              <a:avLst/>
            </a:prstGeom>
            <a:noFill/>
            <a:ln w="1905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626CFC0D-C56A-35B9-6E9B-8B3D759E2D66}"/>
              </a:ext>
            </a:extLst>
          </p:cNvPr>
          <p:cNvSpPr txBox="1">
            <a:spLocks/>
          </p:cNvSpPr>
          <p:nvPr/>
        </p:nvSpPr>
        <p:spPr>
          <a:xfrm>
            <a:off x="3664170" y="0"/>
            <a:ext cx="4881899" cy="4370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Microscope main components - Detectors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370B23-37FB-335A-8F61-D901238D4895}"/>
              </a:ext>
            </a:extLst>
          </p:cNvPr>
          <p:cNvSpPr txBox="1"/>
          <p:nvPr/>
        </p:nvSpPr>
        <p:spPr>
          <a:xfrm>
            <a:off x="275319" y="3678692"/>
            <a:ext cx="61060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Complementary metal–oxide–semiconductor (CMOS)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speed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sensitivity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sCMOS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(Scientific CMOS)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low noise</a:t>
            </a:r>
          </a:p>
        </p:txBody>
      </p:sp>
    </p:spTree>
    <p:extLst>
      <p:ext uri="{BB962C8B-B14F-4D97-AF65-F5344CB8AC3E}">
        <p14:creationId xmlns:p14="http://schemas.microsoft.com/office/powerpoint/2010/main" val="3659284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01E65-786F-79B4-D249-0FFC1CE96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A46228-D8F7-EA8E-E076-8B91FA49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A48BBB-D6F3-74BB-5EE5-CB9BB0CE22C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7C679-9F93-7F69-FC4F-0461F9455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35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04DAC8B-22C8-F583-1EB3-71207582277A}"/>
              </a:ext>
            </a:extLst>
          </p:cNvPr>
          <p:cNvSpPr txBox="1">
            <a:spLocks/>
          </p:cNvSpPr>
          <p:nvPr/>
        </p:nvSpPr>
        <p:spPr>
          <a:xfrm>
            <a:off x="3152775" y="0"/>
            <a:ext cx="5888137" cy="4370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Microscope main components - DAQ components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B1BCCA7-C942-2F0C-A68A-6194469E29C0}"/>
              </a:ext>
            </a:extLst>
          </p:cNvPr>
          <p:cNvGrpSpPr/>
          <p:nvPr/>
        </p:nvGrpSpPr>
        <p:grpSpPr>
          <a:xfrm>
            <a:off x="641677" y="1011178"/>
            <a:ext cx="2780755" cy="3933798"/>
            <a:chOff x="413081" y="1384161"/>
            <a:chExt cx="2780755" cy="393379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8073965-E608-22AA-4CAF-C7A837523E26}"/>
                </a:ext>
              </a:extLst>
            </p:cNvPr>
            <p:cNvSpPr/>
            <p:nvPr/>
          </p:nvSpPr>
          <p:spPr>
            <a:xfrm>
              <a:off x="413081" y="1384161"/>
              <a:ext cx="2780755" cy="393379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AA73D597-BF7D-8DDC-368B-0CDC776624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905" y="2338685"/>
              <a:ext cx="2413997" cy="16089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D38E46-19C5-B219-DFA7-97F48B43EB96}"/>
                </a:ext>
              </a:extLst>
            </p:cNvPr>
            <p:cNvSpPr txBox="1"/>
            <p:nvPr/>
          </p:nvSpPr>
          <p:spPr>
            <a:xfrm>
              <a:off x="466763" y="1387989"/>
              <a:ext cx="26182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Analog to Digital Card (Digitizer)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6F79314-23BF-7AEE-20FB-31D110751C71}"/>
                </a:ext>
              </a:extLst>
            </p:cNvPr>
            <p:cNvSpPr txBox="1"/>
            <p:nvPr/>
          </p:nvSpPr>
          <p:spPr>
            <a:xfrm>
              <a:off x="482823" y="3971017"/>
              <a:ext cx="258616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Ø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Converts the analog signal pulses to digital ones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Transfers data …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27AD49B-4384-0C97-F474-F7488AA738C5}"/>
              </a:ext>
            </a:extLst>
          </p:cNvPr>
          <p:cNvGrpSpPr/>
          <p:nvPr/>
        </p:nvGrpSpPr>
        <p:grpSpPr>
          <a:xfrm>
            <a:off x="8949194" y="1011178"/>
            <a:ext cx="2456744" cy="3608944"/>
            <a:chOff x="8239331" y="1384162"/>
            <a:chExt cx="2456744" cy="360894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A2370FB-116D-85DA-F20D-C86BCB00B7AE}"/>
                </a:ext>
              </a:extLst>
            </p:cNvPr>
            <p:cNvSpPr/>
            <p:nvPr/>
          </p:nvSpPr>
          <p:spPr>
            <a:xfrm>
              <a:off x="8239331" y="1384162"/>
              <a:ext cx="2456744" cy="3608944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E40D427-2693-624C-ABD6-58C210D11EB6}"/>
                </a:ext>
              </a:extLst>
            </p:cNvPr>
            <p:cNvSpPr txBox="1"/>
            <p:nvPr/>
          </p:nvSpPr>
          <p:spPr>
            <a:xfrm>
              <a:off x="8549125" y="1387990"/>
              <a:ext cx="18197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 Speed Data 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Storage drive</a:t>
              </a:r>
            </a:p>
          </p:txBody>
        </p:sp>
        <p:pic>
          <p:nvPicPr>
            <p:cNvPr id="11" name="Picture 6" descr="2TB External Hard Disk USB3.0 SATA High Speed 2.5&amp;quot; External Hard Drive High  Speed Portable Hard Disk, Computers &amp;amp; Tech, Parts &amp;amp; Accessories, Hard Disks  &amp;amp; Thumbdrives on Carousell">
              <a:extLst>
                <a:ext uri="{FF2B5EF4-FFF2-40B4-BE49-F238E27FC236}">
                  <a16:creationId xmlns:a16="http://schemas.microsoft.com/office/drawing/2014/main" id="{8D463C22-5C80-5AFA-83D9-8CEEF77F6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1715" y="2338685"/>
              <a:ext cx="1994549" cy="15956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537729A-554E-2C0B-E318-02E273252576}"/>
                </a:ext>
              </a:extLst>
            </p:cNvPr>
            <p:cNvSpPr txBox="1"/>
            <p:nvPr/>
          </p:nvSpPr>
          <p:spPr>
            <a:xfrm>
              <a:off x="8356445" y="3957862"/>
              <a:ext cx="220508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Ø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 to several GB/s data transfer speed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E5F7BC4-C327-E66D-018A-7EB1224CDE24}"/>
              </a:ext>
            </a:extLst>
          </p:cNvPr>
          <p:cNvGrpSpPr/>
          <p:nvPr/>
        </p:nvGrpSpPr>
        <p:grpSpPr>
          <a:xfrm>
            <a:off x="4629541" y="1011178"/>
            <a:ext cx="3088481" cy="4742983"/>
            <a:chOff x="4100150" y="1384160"/>
            <a:chExt cx="3088481" cy="474298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9E2FC65-3FCD-AE1E-84A5-DE072B52008C}"/>
                </a:ext>
              </a:extLst>
            </p:cNvPr>
            <p:cNvSpPr/>
            <p:nvPr/>
          </p:nvSpPr>
          <p:spPr>
            <a:xfrm>
              <a:off x="4100150" y="1384160"/>
              <a:ext cx="3088481" cy="474298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Frame Grabbers and Industrial Machine Vision | Machine Vision Blog">
              <a:extLst>
                <a:ext uri="{FF2B5EF4-FFF2-40B4-BE49-F238E27FC236}">
                  <a16:creationId xmlns:a16="http://schemas.microsoft.com/office/drawing/2014/main" id="{6B1552D6-E1AC-FEC3-3965-68245924E4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8858" y="2338685"/>
              <a:ext cx="2078554" cy="22032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50EBE47-033A-8AC7-7C71-06D145FCEFA2}"/>
                </a:ext>
              </a:extLst>
            </p:cNvPr>
            <p:cNvSpPr txBox="1"/>
            <p:nvPr/>
          </p:nvSpPr>
          <p:spPr>
            <a:xfrm>
              <a:off x="4397288" y="1400027"/>
              <a:ext cx="244169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Camera (Detector array)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Frame Grabber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DD018A3-0BFD-D232-FC7E-5E545B3D77EC}"/>
                </a:ext>
              </a:extLst>
            </p:cNvPr>
            <p:cNvSpPr txBox="1"/>
            <p:nvPr/>
          </p:nvSpPr>
          <p:spPr>
            <a:xfrm>
              <a:off x="4266355" y="4599512"/>
              <a:ext cx="2703561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Ø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Converts the signal pulses from camera (detector array) to digital ones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Transfers data 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37249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27376-F72E-0A7A-F2D3-EAEE59D6B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3C9190-58F1-11B2-E390-EDEE714DB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B9D660-C644-6C43-3ED2-44FCD98525A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1D8CF-BA04-4CAE-6675-7B329024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36</a:t>
            </a:fld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104C26C-02A5-A74E-81C2-1015028C1941}"/>
              </a:ext>
            </a:extLst>
          </p:cNvPr>
          <p:cNvSpPr txBox="1"/>
          <p:nvPr/>
        </p:nvSpPr>
        <p:spPr>
          <a:xfrm>
            <a:off x="311150" y="847117"/>
            <a:ext cx="552043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Multifunction I/O Modules, BNC cables, fibers, etc.</a:t>
            </a:r>
          </a:p>
        </p:txBody>
      </p:sp>
      <p:pic>
        <p:nvPicPr>
          <p:cNvPr id="5122" name="Picture 2" descr="NI / EMERSON 782604-01">
            <a:extLst>
              <a:ext uri="{FF2B5EF4-FFF2-40B4-BE49-F238E27FC236}">
                <a16:creationId xmlns:a16="http://schemas.microsoft.com/office/drawing/2014/main" id="{E9BF7DAC-AD9B-554C-4866-5700CC19B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105" y="1629617"/>
            <a:ext cx="2316611" cy="1748386"/>
          </a:xfrm>
          <a:prstGeom prst="rect">
            <a:avLst/>
          </a:prstGeom>
          <a:noFill/>
          <a:ln w="1905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NI / EMERSON 782258-01">
            <a:extLst>
              <a:ext uri="{FF2B5EF4-FFF2-40B4-BE49-F238E27FC236}">
                <a16:creationId xmlns:a16="http://schemas.microsoft.com/office/drawing/2014/main" id="{A36A4F5E-3AD8-F302-5FFE-351EC64DB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421" y="1551310"/>
            <a:ext cx="2276475" cy="1905000"/>
          </a:xfrm>
          <a:prstGeom prst="rect">
            <a:avLst/>
          </a:prstGeom>
          <a:noFill/>
          <a:ln w="1905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Cable Assembly Coaxial BNC to SMA RG-316 39.4&quot; (1.0m) 3.3'">
            <a:extLst>
              <a:ext uri="{FF2B5EF4-FFF2-40B4-BE49-F238E27FC236}">
                <a16:creationId xmlns:a16="http://schemas.microsoft.com/office/drawing/2014/main" id="{8392928C-A357-0795-11D9-8167A97BF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0641" y="3677476"/>
            <a:ext cx="2002021" cy="2002021"/>
          </a:xfrm>
          <a:prstGeom prst="rect">
            <a:avLst/>
          </a:prstGeom>
          <a:noFill/>
          <a:ln w="127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3m, 1 Fiber ST Pigtail, Multimode, OM1">
            <a:extLst>
              <a:ext uri="{FF2B5EF4-FFF2-40B4-BE49-F238E27FC236}">
                <a16:creationId xmlns:a16="http://schemas.microsoft.com/office/drawing/2014/main" id="{FA775CE6-6C4D-EDBC-CA05-0C2AA6E77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1173" y="3668190"/>
            <a:ext cx="2426473" cy="2020591"/>
          </a:xfrm>
          <a:prstGeom prst="rect">
            <a:avLst/>
          </a:prstGeom>
          <a:noFill/>
          <a:ln w="127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osa Technology BNC Male to BNC Male Cable - 3 ft">
            <a:extLst>
              <a:ext uri="{FF2B5EF4-FFF2-40B4-BE49-F238E27FC236}">
                <a16:creationId xmlns:a16="http://schemas.microsoft.com/office/drawing/2014/main" id="{7E7B8985-18AE-A0F3-D2BC-F042C5653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2601" y="3529344"/>
            <a:ext cx="2426472" cy="2426472"/>
          </a:xfrm>
          <a:prstGeom prst="rect">
            <a:avLst/>
          </a:prstGeom>
          <a:noFill/>
          <a:ln w="127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Title 1">
            <a:extLst>
              <a:ext uri="{FF2B5EF4-FFF2-40B4-BE49-F238E27FC236}">
                <a16:creationId xmlns:a16="http://schemas.microsoft.com/office/drawing/2014/main" id="{758582FA-748E-7320-CB49-D7E6CAA7BF4A}"/>
              </a:ext>
            </a:extLst>
          </p:cNvPr>
          <p:cNvSpPr txBox="1">
            <a:spLocks/>
          </p:cNvSpPr>
          <p:nvPr/>
        </p:nvSpPr>
        <p:spPr>
          <a:xfrm>
            <a:off x="3381376" y="0"/>
            <a:ext cx="5440462" cy="4370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Microscope main components - DAQ components </a:t>
            </a:r>
          </a:p>
        </p:txBody>
      </p:sp>
      <p:pic>
        <p:nvPicPr>
          <p:cNvPr id="1026" name="Picture 2" descr="16-Connector BNC Connection Module for use with OMB ...">
            <a:extLst>
              <a:ext uri="{FF2B5EF4-FFF2-40B4-BE49-F238E27FC236}">
                <a16:creationId xmlns:a16="http://schemas.microsoft.com/office/drawing/2014/main" id="{BCF15859-96A3-6968-4BA0-13F9A0B4B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1188" y="1586615"/>
            <a:ext cx="2443349" cy="1834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T9826 (6069-410-136) 24bit DAQ and control box with BNC">
            <a:extLst>
              <a:ext uri="{FF2B5EF4-FFF2-40B4-BE49-F238E27FC236}">
                <a16:creationId xmlns:a16="http://schemas.microsoft.com/office/drawing/2014/main" id="{492EB6C8-A7F8-31D7-6642-ECB7F045C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67" y="1560471"/>
            <a:ext cx="2696021" cy="1886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99442FD6-53E5-D708-C705-492A687962F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950" y="3860317"/>
            <a:ext cx="1819180" cy="181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1774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71BCDD-86F6-1EE7-8772-18382A8CE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F3F003-D5E2-D4AD-B5A2-7B73A5994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37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B6D1A3-19A4-6777-9C9E-5CC326C36A10}"/>
              </a:ext>
            </a:extLst>
          </p:cNvPr>
          <p:cNvSpPr txBox="1">
            <a:spLocks/>
          </p:cNvSpPr>
          <p:nvPr/>
        </p:nvSpPr>
        <p:spPr>
          <a:xfrm>
            <a:off x="3569893" y="0"/>
            <a:ext cx="5070969" cy="4370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Microscope main components - Software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4AD5228-2BE1-A728-3C73-9BD8D2F025B8}"/>
              </a:ext>
            </a:extLst>
          </p:cNvPr>
          <p:cNvSpPr txBox="1">
            <a:spLocks/>
          </p:cNvSpPr>
          <p:nvPr/>
        </p:nvSpPr>
        <p:spPr>
          <a:xfrm>
            <a:off x="269286" y="447838"/>
            <a:ext cx="4464403" cy="4370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(Acquisition &amp; Processing)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04E8A67-753C-C299-30A5-D8E9CEB25E34}"/>
              </a:ext>
            </a:extLst>
          </p:cNvPr>
          <p:cNvGrpSpPr/>
          <p:nvPr/>
        </p:nvGrpSpPr>
        <p:grpSpPr>
          <a:xfrm>
            <a:off x="469311" y="3621512"/>
            <a:ext cx="5144975" cy="2358876"/>
            <a:chOff x="2991687" y="1615333"/>
            <a:chExt cx="5144975" cy="235887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376A715-6E72-6A40-4744-1F961D5669BB}"/>
                </a:ext>
              </a:extLst>
            </p:cNvPr>
            <p:cNvGrpSpPr/>
            <p:nvPr/>
          </p:nvGrpSpPr>
          <p:grpSpPr>
            <a:xfrm>
              <a:off x="4451444" y="1984147"/>
              <a:ext cx="3685218" cy="1990062"/>
              <a:chOff x="3943321" y="1615087"/>
              <a:chExt cx="4259072" cy="232111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924738A-8524-A044-7851-EADD50BFD03B}"/>
                  </a:ext>
                </a:extLst>
              </p:cNvPr>
              <p:cNvSpPr/>
              <p:nvPr/>
            </p:nvSpPr>
            <p:spPr>
              <a:xfrm>
                <a:off x="3943321" y="1615087"/>
                <a:ext cx="4259072" cy="232111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0E8521E7-9395-6EF2-4FC6-A522DE4420F7}"/>
                  </a:ext>
                </a:extLst>
              </p:cNvPr>
              <p:cNvGrpSpPr/>
              <p:nvPr/>
            </p:nvGrpSpPr>
            <p:grpSpPr>
              <a:xfrm>
                <a:off x="4007260" y="1615087"/>
                <a:ext cx="3946904" cy="2157847"/>
                <a:chOff x="460443" y="1351988"/>
                <a:chExt cx="3946904" cy="2157847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27E6CC42-1F2C-0E26-81AC-A4DF4CC3B8D9}"/>
                    </a:ext>
                  </a:extLst>
                </p:cNvPr>
                <p:cNvSpPr/>
                <p:nvPr/>
              </p:nvSpPr>
              <p:spPr>
                <a:xfrm>
                  <a:off x="3523206" y="2090837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B398EE02-323E-42DD-77F7-42C39AAF64CD}"/>
                    </a:ext>
                  </a:extLst>
                </p:cNvPr>
                <p:cNvCxnSpPr>
                  <a:cxnSpLocks/>
                  <a:stCxn id="13" idx="3"/>
                  <a:endCxn id="22" idx="1"/>
                </p:cNvCxnSpPr>
                <p:nvPr/>
              </p:nvCxnSpPr>
              <p:spPr>
                <a:xfrm>
                  <a:off x="3784793" y="2238619"/>
                  <a:ext cx="348013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3858FB90-7CC6-98DF-27A3-5E2527A8EFAE}"/>
                    </a:ext>
                  </a:extLst>
                </p:cNvPr>
                <p:cNvSpPr/>
                <p:nvPr/>
              </p:nvSpPr>
              <p:spPr>
                <a:xfrm>
                  <a:off x="1073533" y="2090838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953C59D-39CA-0E06-8636-F20C8E2FE44B}"/>
                    </a:ext>
                  </a:extLst>
                </p:cNvPr>
                <p:cNvSpPr/>
                <p:nvPr/>
              </p:nvSpPr>
              <p:spPr>
                <a:xfrm>
                  <a:off x="1423486" y="2090838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8174D066-2692-81D6-3425-A885FE75AD6C}"/>
                    </a:ext>
                  </a:extLst>
                </p:cNvPr>
                <p:cNvSpPr/>
                <p:nvPr/>
              </p:nvSpPr>
              <p:spPr>
                <a:xfrm>
                  <a:off x="1773439" y="2090838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6A068AE0-D0E6-67B5-F00A-BDD6BC18DB89}"/>
                    </a:ext>
                  </a:extLst>
                </p:cNvPr>
                <p:cNvSpPr/>
                <p:nvPr/>
              </p:nvSpPr>
              <p:spPr>
                <a:xfrm>
                  <a:off x="2123392" y="2090838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E2092B8B-86EB-8485-06EC-CA0504A382A3}"/>
                    </a:ext>
                  </a:extLst>
                </p:cNvPr>
                <p:cNvSpPr/>
                <p:nvPr/>
              </p:nvSpPr>
              <p:spPr>
                <a:xfrm>
                  <a:off x="2473345" y="2090838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60EF177-7B8B-F4D0-1740-344B787C2CB4}"/>
                    </a:ext>
                  </a:extLst>
                </p:cNvPr>
                <p:cNvSpPr/>
                <p:nvPr/>
              </p:nvSpPr>
              <p:spPr>
                <a:xfrm>
                  <a:off x="2823298" y="2090838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129C31D3-F2B6-0A0C-A6D4-D30B75ECA7FC}"/>
                    </a:ext>
                  </a:extLst>
                </p:cNvPr>
                <p:cNvSpPr/>
                <p:nvPr/>
              </p:nvSpPr>
              <p:spPr>
                <a:xfrm>
                  <a:off x="3173251" y="2090838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8841E88A-54EA-F2C9-E48C-995D85F0D123}"/>
                    </a:ext>
                  </a:extLst>
                </p:cNvPr>
                <p:cNvSpPr/>
                <p:nvPr/>
              </p:nvSpPr>
              <p:spPr>
                <a:xfrm>
                  <a:off x="4132806" y="2090837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08E88805-AE43-9444-4694-7BC5FE1182D1}"/>
                    </a:ext>
                  </a:extLst>
                </p:cNvPr>
                <p:cNvSpPr/>
                <p:nvPr/>
              </p:nvSpPr>
              <p:spPr>
                <a:xfrm>
                  <a:off x="3523207" y="1721381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D12A2E8B-2374-54F9-8BE3-95DEE7648503}"/>
                    </a:ext>
                  </a:extLst>
                </p:cNvPr>
                <p:cNvCxnSpPr>
                  <a:cxnSpLocks/>
                  <a:stCxn id="23" idx="3"/>
                  <a:endCxn id="32" idx="1"/>
                </p:cNvCxnSpPr>
                <p:nvPr/>
              </p:nvCxnSpPr>
              <p:spPr>
                <a:xfrm>
                  <a:off x="3784794" y="1869163"/>
                  <a:ext cx="348013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C4CBBB74-E63A-A99B-F584-DF8FD34E5BDF}"/>
                    </a:ext>
                  </a:extLst>
                </p:cNvPr>
                <p:cNvSpPr/>
                <p:nvPr/>
              </p:nvSpPr>
              <p:spPr>
                <a:xfrm>
                  <a:off x="1073534" y="1721382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250C3BE6-213B-22FA-13D7-5E973B50CAA2}"/>
                    </a:ext>
                  </a:extLst>
                </p:cNvPr>
                <p:cNvSpPr/>
                <p:nvPr/>
              </p:nvSpPr>
              <p:spPr>
                <a:xfrm>
                  <a:off x="1423487" y="1721382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D673854A-1C8E-CA2B-2D80-F4F93852FDE5}"/>
                    </a:ext>
                  </a:extLst>
                </p:cNvPr>
                <p:cNvSpPr/>
                <p:nvPr/>
              </p:nvSpPr>
              <p:spPr>
                <a:xfrm>
                  <a:off x="1773440" y="1721382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9B00E73F-290B-C045-94E9-13371588AD44}"/>
                    </a:ext>
                  </a:extLst>
                </p:cNvPr>
                <p:cNvSpPr/>
                <p:nvPr/>
              </p:nvSpPr>
              <p:spPr>
                <a:xfrm>
                  <a:off x="2123393" y="1721382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00B664E1-BFCB-9FA4-F95F-F09BC6D19B6B}"/>
                    </a:ext>
                  </a:extLst>
                </p:cNvPr>
                <p:cNvSpPr/>
                <p:nvPr/>
              </p:nvSpPr>
              <p:spPr>
                <a:xfrm>
                  <a:off x="2473346" y="1721382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0E5965BA-B293-F7CD-BBE8-7F99CA320890}"/>
                    </a:ext>
                  </a:extLst>
                </p:cNvPr>
                <p:cNvSpPr/>
                <p:nvPr/>
              </p:nvSpPr>
              <p:spPr>
                <a:xfrm>
                  <a:off x="2823299" y="1721382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8AB827EA-C955-1780-C29C-0D230FA4C823}"/>
                    </a:ext>
                  </a:extLst>
                </p:cNvPr>
                <p:cNvSpPr/>
                <p:nvPr/>
              </p:nvSpPr>
              <p:spPr>
                <a:xfrm>
                  <a:off x="3173252" y="1721382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D4C46E56-ED22-661E-2AE2-BD7F335F41CE}"/>
                    </a:ext>
                  </a:extLst>
                </p:cNvPr>
                <p:cNvSpPr/>
                <p:nvPr/>
              </p:nvSpPr>
              <p:spPr>
                <a:xfrm>
                  <a:off x="4132807" y="1721381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3AFAA76-EC06-1AE9-8DE1-4E86715B27F3}"/>
                    </a:ext>
                  </a:extLst>
                </p:cNvPr>
                <p:cNvSpPr txBox="1"/>
                <p:nvPr/>
              </p:nvSpPr>
              <p:spPr>
                <a:xfrm>
                  <a:off x="1055914" y="1351988"/>
                  <a:ext cx="326572" cy="4307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5090560-8115-45D1-9D20-0E2011539DCA}"/>
                    </a:ext>
                  </a:extLst>
                </p:cNvPr>
                <p:cNvSpPr txBox="1"/>
                <p:nvPr/>
              </p:nvSpPr>
              <p:spPr>
                <a:xfrm>
                  <a:off x="1371336" y="1351988"/>
                  <a:ext cx="326572" cy="4307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AFAC3AE-3634-E3AC-1EB2-82AB3936D80B}"/>
                    </a:ext>
                  </a:extLst>
                </p:cNvPr>
                <p:cNvSpPr txBox="1"/>
                <p:nvPr/>
              </p:nvSpPr>
              <p:spPr>
                <a:xfrm>
                  <a:off x="4098454" y="1351988"/>
                  <a:ext cx="308893" cy="4307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6E76C72-7BCE-3FDC-95CE-6A96A9532AF2}"/>
                    </a:ext>
                  </a:extLst>
                </p:cNvPr>
                <p:cNvSpPr txBox="1"/>
                <p:nvPr/>
              </p:nvSpPr>
              <p:spPr>
                <a:xfrm>
                  <a:off x="460443" y="2050103"/>
                  <a:ext cx="326572" cy="4307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AEACDF68-CC96-3642-8052-F2764495E362}"/>
                    </a:ext>
                  </a:extLst>
                </p:cNvPr>
                <p:cNvSpPr txBox="1"/>
                <p:nvPr/>
              </p:nvSpPr>
              <p:spPr>
                <a:xfrm>
                  <a:off x="460443" y="1746240"/>
                  <a:ext cx="326572" cy="4307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0144BDE-1832-32BD-7425-C9C7BAD93947}"/>
                    </a:ext>
                  </a:extLst>
                </p:cNvPr>
                <p:cNvSpPr txBox="1"/>
                <p:nvPr/>
              </p:nvSpPr>
              <p:spPr>
                <a:xfrm>
                  <a:off x="460443" y="3079063"/>
                  <a:ext cx="393932" cy="4307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63234A59-EC68-4BFE-CA86-07C93C639758}"/>
                    </a:ext>
                  </a:extLst>
                </p:cNvPr>
                <p:cNvSpPr/>
                <p:nvPr/>
              </p:nvSpPr>
              <p:spPr>
                <a:xfrm>
                  <a:off x="3523206" y="3115948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8CDD9502-6D6D-3C5F-B0BF-EF2872939592}"/>
                    </a:ext>
                  </a:extLst>
                </p:cNvPr>
                <p:cNvCxnSpPr>
                  <a:cxnSpLocks/>
                  <a:stCxn id="39" idx="3"/>
                  <a:endCxn id="48" idx="1"/>
                </p:cNvCxnSpPr>
                <p:nvPr/>
              </p:nvCxnSpPr>
              <p:spPr>
                <a:xfrm>
                  <a:off x="3784793" y="3263730"/>
                  <a:ext cx="348013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E337C923-1978-9C05-B349-05663FAB17E4}"/>
                    </a:ext>
                  </a:extLst>
                </p:cNvPr>
                <p:cNvSpPr/>
                <p:nvPr/>
              </p:nvSpPr>
              <p:spPr>
                <a:xfrm>
                  <a:off x="1073533" y="3115949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98C64694-B3DB-FBEF-D381-48233166C370}"/>
                    </a:ext>
                  </a:extLst>
                </p:cNvPr>
                <p:cNvSpPr/>
                <p:nvPr/>
              </p:nvSpPr>
              <p:spPr>
                <a:xfrm>
                  <a:off x="1423486" y="3115949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504E9E97-797A-BB37-E9E4-0070DD039466}"/>
                    </a:ext>
                  </a:extLst>
                </p:cNvPr>
                <p:cNvSpPr/>
                <p:nvPr/>
              </p:nvSpPr>
              <p:spPr>
                <a:xfrm>
                  <a:off x="1773439" y="3115949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467120D3-8A96-C65E-ECA5-ECBF60EA63F7}"/>
                    </a:ext>
                  </a:extLst>
                </p:cNvPr>
                <p:cNvSpPr/>
                <p:nvPr/>
              </p:nvSpPr>
              <p:spPr>
                <a:xfrm>
                  <a:off x="2123392" y="3115949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71616D6F-171F-CB19-BF22-F54F65F404CB}"/>
                    </a:ext>
                  </a:extLst>
                </p:cNvPr>
                <p:cNvSpPr/>
                <p:nvPr/>
              </p:nvSpPr>
              <p:spPr>
                <a:xfrm>
                  <a:off x="2473345" y="3115949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EDD6B1E-93FC-6CDD-2859-7220DDC760BB}"/>
                    </a:ext>
                  </a:extLst>
                </p:cNvPr>
                <p:cNvSpPr/>
                <p:nvPr/>
              </p:nvSpPr>
              <p:spPr>
                <a:xfrm>
                  <a:off x="2823298" y="3115949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5D87AADA-123E-D5A5-7289-D5D832B9A763}"/>
                    </a:ext>
                  </a:extLst>
                </p:cNvPr>
                <p:cNvSpPr/>
                <p:nvPr/>
              </p:nvSpPr>
              <p:spPr>
                <a:xfrm>
                  <a:off x="3173251" y="3115949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C91605C1-85FD-FCDA-E89B-5A7D970334F8}"/>
                    </a:ext>
                  </a:extLst>
                </p:cNvPr>
                <p:cNvSpPr/>
                <p:nvPr/>
              </p:nvSpPr>
              <p:spPr>
                <a:xfrm>
                  <a:off x="4132806" y="3115948"/>
                  <a:ext cx="261587" cy="29556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6F229351-AA38-AAF4-8A1B-45FF77450FBC}"/>
                    </a:ext>
                  </a:extLst>
                </p:cNvPr>
                <p:cNvCxnSpPr>
                  <a:cxnSpLocks/>
                  <a:stCxn id="15" idx="2"/>
                  <a:endCxn id="41" idx="0"/>
                </p:cNvCxnSpPr>
                <p:nvPr/>
              </p:nvCxnSpPr>
              <p:spPr>
                <a:xfrm>
                  <a:off x="1204327" y="2386401"/>
                  <a:ext cx="0" cy="72954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BA0BC14F-C2B7-BFF2-5417-DA29A18D6E68}"/>
                    </a:ext>
                  </a:extLst>
                </p:cNvPr>
                <p:cNvCxnSpPr>
                  <a:cxnSpLocks/>
                  <a:stCxn id="22" idx="2"/>
                  <a:endCxn id="48" idx="0"/>
                </p:cNvCxnSpPr>
                <p:nvPr/>
              </p:nvCxnSpPr>
              <p:spPr>
                <a:xfrm>
                  <a:off x="4263600" y="2386400"/>
                  <a:ext cx="0" cy="72954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B1FA6C-8565-F348-9EEA-50F63D72164D}"/>
                </a:ext>
              </a:extLst>
            </p:cNvPr>
            <p:cNvSpPr txBox="1"/>
            <p:nvPr/>
          </p:nvSpPr>
          <p:spPr>
            <a:xfrm>
              <a:off x="5087805" y="1615333"/>
              <a:ext cx="206906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Camera frame width: 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D37F2DB-AC9E-03EF-1E72-C45D0A5017DC}"/>
                </a:ext>
              </a:extLst>
            </p:cNvPr>
            <p:cNvSpPr txBox="1"/>
            <p:nvPr/>
          </p:nvSpPr>
          <p:spPr>
            <a:xfrm>
              <a:off x="2991687" y="2767358"/>
              <a:ext cx="130309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Camera frame height: M</a:t>
              </a:r>
            </a:p>
          </p:txBody>
        </p:sp>
      </p:grpSp>
      <p:pic>
        <p:nvPicPr>
          <p:cNvPr id="51" name="Picture 50" descr="JCBFM-0397-10-ORIG.R1 Cover_resized.tiff">
            <a:extLst>
              <a:ext uri="{FF2B5EF4-FFF2-40B4-BE49-F238E27FC236}">
                <a16:creationId xmlns:a16="http://schemas.microsoft.com/office/drawing/2014/main" id="{C21324DF-3E23-FD17-3E8F-0B86B03A92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r="35714"/>
          <a:stretch/>
        </p:blipFill>
        <p:spPr>
          <a:xfrm>
            <a:off x="6921661" y="848329"/>
            <a:ext cx="3781481" cy="231638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A9075BD1-9376-1ADF-F756-8B5E0C799716}"/>
              </a:ext>
            </a:extLst>
          </p:cNvPr>
          <p:cNvSpPr txBox="1"/>
          <p:nvPr/>
        </p:nvSpPr>
        <p:spPr>
          <a:xfrm>
            <a:off x="7203428" y="3757874"/>
            <a:ext cx="3132431" cy="20313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procedure could be composed of: Averaging, filtering/Noise removing methods, deconvolution, etc.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(Explained in second session of the course)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C48AB76-81A8-F468-AFB3-299F0FFC87CE}"/>
              </a:ext>
            </a:extLst>
          </p:cNvPr>
          <p:cNvGrpSpPr/>
          <p:nvPr/>
        </p:nvGrpSpPr>
        <p:grpSpPr>
          <a:xfrm>
            <a:off x="2080523" y="1438938"/>
            <a:ext cx="3533763" cy="900521"/>
            <a:chOff x="182087" y="3065358"/>
            <a:chExt cx="3533763" cy="900521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5CA2881-AD6F-EFD8-B2D8-80BE16059F75}"/>
                </a:ext>
              </a:extLst>
            </p:cNvPr>
            <p:cNvGrpSpPr/>
            <p:nvPr/>
          </p:nvGrpSpPr>
          <p:grpSpPr>
            <a:xfrm>
              <a:off x="182087" y="3077482"/>
              <a:ext cx="3533763" cy="888397"/>
              <a:chOff x="190400" y="3335176"/>
              <a:chExt cx="3533763" cy="888397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7BA5734A-C2F5-3766-3798-94316042CF8D}"/>
                  </a:ext>
                </a:extLst>
              </p:cNvPr>
              <p:cNvSpPr/>
              <p:nvPr/>
            </p:nvSpPr>
            <p:spPr>
              <a:xfrm>
                <a:off x="190400" y="3335176"/>
                <a:ext cx="3533763" cy="8883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89DAAABA-82DA-96BE-70F5-FD8A087CAE3F}"/>
                  </a:ext>
                </a:extLst>
              </p:cNvPr>
              <p:cNvSpPr/>
              <p:nvPr/>
            </p:nvSpPr>
            <p:spPr>
              <a:xfrm>
                <a:off x="2770619" y="3788419"/>
                <a:ext cx="261587" cy="29556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63A2D3F8-7F43-46A5-5579-49000C5C5EC7}"/>
                  </a:ext>
                </a:extLst>
              </p:cNvPr>
              <p:cNvCxnSpPr>
                <a:cxnSpLocks/>
                <a:stCxn id="57" idx="3"/>
                <a:endCxn id="66" idx="1"/>
              </p:cNvCxnSpPr>
              <p:nvPr/>
            </p:nvCxnSpPr>
            <p:spPr>
              <a:xfrm>
                <a:off x="3032206" y="3936201"/>
                <a:ext cx="34801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B6BF3B96-12AB-4887-6CF4-D411C260070E}"/>
                  </a:ext>
                </a:extLst>
              </p:cNvPr>
              <p:cNvSpPr/>
              <p:nvPr/>
            </p:nvSpPr>
            <p:spPr>
              <a:xfrm>
                <a:off x="320946" y="3788420"/>
                <a:ext cx="261587" cy="29556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AB259052-338D-D006-65EE-B4DB58EA6243}"/>
                  </a:ext>
                </a:extLst>
              </p:cNvPr>
              <p:cNvSpPr/>
              <p:nvPr/>
            </p:nvSpPr>
            <p:spPr>
              <a:xfrm>
                <a:off x="670899" y="3788420"/>
                <a:ext cx="261587" cy="29556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EC744D2-8338-607D-5C35-EF543278E9C3}"/>
                  </a:ext>
                </a:extLst>
              </p:cNvPr>
              <p:cNvSpPr/>
              <p:nvPr/>
            </p:nvSpPr>
            <p:spPr>
              <a:xfrm>
                <a:off x="1020852" y="3788420"/>
                <a:ext cx="261587" cy="29556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D67A779-BBCB-2D24-8F3B-04226039CDF7}"/>
                  </a:ext>
                </a:extLst>
              </p:cNvPr>
              <p:cNvSpPr/>
              <p:nvPr/>
            </p:nvSpPr>
            <p:spPr>
              <a:xfrm>
                <a:off x="1370805" y="3788420"/>
                <a:ext cx="261587" cy="29556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67CFA8C-9AFD-FA16-C0EB-7CBAF7335BCE}"/>
                  </a:ext>
                </a:extLst>
              </p:cNvPr>
              <p:cNvSpPr/>
              <p:nvPr/>
            </p:nvSpPr>
            <p:spPr>
              <a:xfrm>
                <a:off x="1720758" y="3788420"/>
                <a:ext cx="261587" cy="29556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536BA8DF-BFCB-1636-EB4E-30FFB4DE89E4}"/>
                  </a:ext>
                </a:extLst>
              </p:cNvPr>
              <p:cNvSpPr/>
              <p:nvPr/>
            </p:nvSpPr>
            <p:spPr>
              <a:xfrm>
                <a:off x="2070711" y="3788420"/>
                <a:ext cx="261587" cy="29556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EA78DF81-C029-4443-C250-FB4FA30B50F8}"/>
                  </a:ext>
                </a:extLst>
              </p:cNvPr>
              <p:cNvSpPr/>
              <p:nvPr/>
            </p:nvSpPr>
            <p:spPr>
              <a:xfrm>
                <a:off x="2420664" y="3788420"/>
                <a:ext cx="261587" cy="29556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AA006F9-B2F5-4431-957C-1103AE9183FB}"/>
                  </a:ext>
                </a:extLst>
              </p:cNvPr>
              <p:cNvSpPr/>
              <p:nvPr/>
            </p:nvSpPr>
            <p:spPr>
              <a:xfrm>
                <a:off x="3380219" y="3788419"/>
                <a:ext cx="261587" cy="29556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AF7FF60-D931-B28A-5FB6-BFD79B0F325A}"/>
                  </a:ext>
                </a:extLst>
              </p:cNvPr>
              <p:cNvSpPr txBox="1"/>
              <p:nvPr/>
            </p:nvSpPr>
            <p:spPr>
              <a:xfrm>
                <a:off x="311210" y="3419716"/>
                <a:ext cx="3265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D15E1A4-BAC7-D720-80F5-1531BA26B9B0}"/>
                  </a:ext>
                </a:extLst>
              </p:cNvPr>
              <p:cNvSpPr txBox="1"/>
              <p:nvPr/>
            </p:nvSpPr>
            <p:spPr>
              <a:xfrm>
                <a:off x="626632" y="3419716"/>
                <a:ext cx="3265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312B712-DE3D-C5B8-41F8-DB96748E2A1B}"/>
                  </a:ext>
                </a:extLst>
              </p:cNvPr>
              <p:cNvSpPr txBox="1"/>
              <p:nvPr/>
            </p:nvSpPr>
            <p:spPr>
              <a:xfrm>
                <a:off x="3353750" y="3419716"/>
                <a:ext cx="308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3457A57-0B44-38F1-7F02-5982697E7579}"/>
                </a:ext>
              </a:extLst>
            </p:cNvPr>
            <p:cNvSpPr txBox="1"/>
            <p:nvPr/>
          </p:nvSpPr>
          <p:spPr>
            <a:xfrm>
              <a:off x="1120814" y="3065358"/>
              <a:ext cx="22510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Signal data stream</a:t>
              </a: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BAABDCCE-5137-43F3-7F09-4DDE2E95ACD8}"/>
              </a:ext>
            </a:extLst>
          </p:cNvPr>
          <p:cNvSpPr txBox="1">
            <a:spLocks/>
          </p:cNvSpPr>
          <p:nvPr/>
        </p:nvSpPr>
        <p:spPr>
          <a:xfrm>
            <a:off x="239230" y="956617"/>
            <a:ext cx="1870883" cy="4370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detector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CC3B93F3-ED9A-7AA5-31F3-EE10CB7114D3}"/>
              </a:ext>
            </a:extLst>
          </p:cNvPr>
          <p:cNvSpPr txBox="1">
            <a:spLocks/>
          </p:cNvSpPr>
          <p:nvPr/>
        </p:nvSpPr>
        <p:spPr>
          <a:xfrm>
            <a:off x="239230" y="3284943"/>
            <a:ext cx="1870883" cy="4370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Detector array</a:t>
            </a:r>
          </a:p>
        </p:txBody>
      </p:sp>
    </p:spTree>
    <p:extLst>
      <p:ext uri="{BB962C8B-B14F-4D97-AF65-F5344CB8AC3E}">
        <p14:creationId xmlns:p14="http://schemas.microsoft.com/office/powerpoint/2010/main" val="19886854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CEF5D-1529-3818-751E-506796FCE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275BC-2528-926E-3946-05C94D505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B030F9-0C65-9134-A88F-987A918C3B9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7375F-79A9-7AFE-45E8-3A307035D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38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A838C9F-758D-79E4-F898-E52157F37C6F}"/>
              </a:ext>
            </a:extLst>
          </p:cNvPr>
          <p:cNvGrpSpPr/>
          <p:nvPr/>
        </p:nvGrpSpPr>
        <p:grpSpPr>
          <a:xfrm>
            <a:off x="4721387" y="3622657"/>
            <a:ext cx="4048126" cy="2704449"/>
            <a:chOff x="1493819" y="2593181"/>
            <a:chExt cx="4518422" cy="3012281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F0AD6C83-22F3-AA53-9690-812E4C344C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3819" y="2593181"/>
              <a:ext cx="4518422" cy="3012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30EFF99-F10F-48A6-AAA0-C20D75EC2CD1}"/>
                </a:ext>
              </a:extLst>
            </p:cNvPr>
            <p:cNvSpPr txBox="1"/>
            <p:nvPr/>
          </p:nvSpPr>
          <p:spPr>
            <a:xfrm>
              <a:off x="1776412" y="3057138"/>
              <a:ext cx="1565064" cy="3085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openspim.org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DA9775D-5B2F-FC66-3B4A-F9E8A809D7E9}"/>
              </a:ext>
            </a:extLst>
          </p:cNvPr>
          <p:cNvGrpSpPr/>
          <p:nvPr/>
        </p:nvGrpSpPr>
        <p:grpSpPr>
          <a:xfrm>
            <a:off x="303048" y="813308"/>
            <a:ext cx="4181477" cy="3345181"/>
            <a:chOff x="6353173" y="1414462"/>
            <a:chExt cx="4181477" cy="3345181"/>
          </a:xfrm>
        </p:grpSpPr>
        <p:pic>
          <p:nvPicPr>
            <p:cNvPr id="3076" name="Picture 4" descr="Benchtop V2">
              <a:extLst>
                <a:ext uri="{FF2B5EF4-FFF2-40B4-BE49-F238E27FC236}">
                  <a16:creationId xmlns:a16="http://schemas.microsoft.com/office/drawing/2014/main" id="{5EA38D31-4EE7-2900-72F6-E3ADB331A7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3173" y="1414462"/>
              <a:ext cx="4181477" cy="334518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DB9C9BD-83CA-25F0-4B9C-273010ED9BEB}"/>
                </a:ext>
              </a:extLst>
            </p:cNvPr>
            <p:cNvSpPr txBox="1"/>
            <p:nvPr/>
          </p:nvSpPr>
          <p:spPr>
            <a:xfrm>
              <a:off x="9253539" y="3982521"/>
              <a:ext cx="105251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mesospim.org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2D277C1-BD4E-272E-A3AC-7976CCC9BEB5}"/>
              </a:ext>
            </a:extLst>
          </p:cNvPr>
          <p:cNvGrpSpPr>
            <a:grpSpLocks noChangeAspect="1"/>
          </p:cNvGrpSpPr>
          <p:nvPr/>
        </p:nvGrpSpPr>
        <p:grpSpPr>
          <a:xfrm>
            <a:off x="6071795" y="575971"/>
            <a:ext cx="6036604" cy="2845121"/>
            <a:chOff x="5358865" y="727032"/>
            <a:chExt cx="6036604" cy="2845121"/>
          </a:xfrm>
        </p:grpSpPr>
        <p:pic>
          <p:nvPicPr>
            <p:cNvPr id="3078" name="Picture 6">
              <a:extLst>
                <a:ext uri="{FF2B5EF4-FFF2-40B4-BE49-F238E27FC236}">
                  <a16:creationId xmlns:a16="http://schemas.microsoft.com/office/drawing/2014/main" id="{9D1BBB7B-5773-8F3F-626C-6AB73638FB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8865" y="727032"/>
              <a:ext cx="6036604" cy="28451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21410F7-2D3E-DCD6-5364-F5B2BC6F22A7}"/>
                </a:ext>
              </a:extLst>
            </p:cNvPr>
            <p:cNvSpPr txBox="1"/>
            <p:nvPr/>
          </p:nvSpPr>
          <p:spPr>
            <a:xfrm>
              <a:off x="9838742" y="885802"/>
              <a:ext cx="149346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aicjanelia.org/mosaic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981F45D-9CE6-CBC6-536E-4C0773F79098}"/>
              </a:ext>
            </a:extLst>
          </p:cNvPr>
          <p:cNvSpPr txBox="1"/>
          <p:nvPr/>
        </p:nvSpPr>
        <p:spPr>
          <a:xfrm>
            <a:off x="3845551" y="-1381"/>
            <a:ext cx="4519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2000" dirty="0"/>
              <a:t>Examples of noncommercial microscopes</a:t>
            </a:r>
          </a:p>
        </p:txBody>
      </p:sp>
    </p:spTree>
    <p:extLst>
      <p:ext uri="{BB962C8B-B14F-4D97-AF65-F5344CB8AC3E}">
        <p14:creationId xmlns:p14="http://schemas.microsoft.com/office/powerpoint/2010/main" val="40671801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42D9A-D88D-1116-E377-14DF2C7B0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660FDA-4FE2-A018-EC63-BDC03E161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BB29F0-CDEE-BC64-F285-15144FE01B1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55050" y="6548631"/>
            <a:ext cx="4881899" cy="231310"/>
          </a:xfrm>
        </p:spPr>
        <p:txBody>
          <a:bodyPr/>
          <a:lstStyle/>
          <a:p>
            <a:r>
              <a:rPr lang="en-US"/>
              <a:t>Bio Imaging Resource Center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C4C1D-DD34-3E07-96ED-1BFB1293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39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1F5503-50EE-DD73-C409-1211D976396A}"/>
              </a:ext>
            </a:extLst>
          </p:cNvPr>
          <p:cNvSpPr txBox="1"/>
          <p:nvPr/>
        </p:nvSpPr>
        <p:spPr>
          <a:xfrm>
            <a:off x="4133835" y="760733"/>
            <a:ext cx="3638580" cy="1327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atin typeface="Vladimir Script" panose="03050402040407070305" pitchFamily="66" charset="0"/>
              </a:rPr>
              <a:t>Thanks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A0C480-9757-0E22-FAD7-979479C7E4EE}"/>
              </a:ext>
            </a:extLst>
          </p:cNvPr>
          <p:cNvSpPr txBox="1"/>
          <p:nvPr/>
        </p:nvSpPr>
        <p:spPr>
          <a:xfrm>
            <a:off x="820999" y="2332488"/>
            <a:ext cx="407854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 Imaging Resource Center team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Alison North,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Ivan Rey Suarez,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Tao Tong,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Ved Sharma, 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Belen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Harreguy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Alfonso,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Priyam Banerjee, </a:t>
            </a:r>
          </a:p>
        </p:txBody>
      </p:sp>
    </p:spTree>
    <p:extLst>
      <p:ext uri="{BB962C8B-B14F-4D97-AF65-F5344CB8AC3E}">
        <p14:creationId xmlns:p14="http://schemas.microsoft.com/office/powerpoint/2010/main" val="38633196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0A8160-CAD2-363C-2C2C-C02D1BF5F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5F20-7C50-44F9-9BE8-CA8871692525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A27D7D-2021-5AC6-A307-6CC8EE03C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10E-7DC0-4100-B5B9-8BA80F08FEB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84347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45211</TotalTime>
  <Words>2153</Words>
  <Application>Microsoft Office PowerPoint</Application>
  <PresentationFormat>Widescreen</PresentationFormat>
  <Paragraphs>457</Paragraphs>
  <Slides>40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Aptos</vt:lpstr>
      <vt:lpstr>Arial</vt:lpstr>
      <vt:lpstr>Calibri</vt:lpstr>
      <vt:lpstr>Cambria</vt:lpstr>
      <vt:lpstr>Cambria Math</vt:lpstr>
      <vt:lpstr>Symbol</vt:lpstr>
      <vt:lpstr>Times New Roman</vt:lpstr>
      <vt:lpstr>Vladimir Script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BOL-BK</dc:creator>
  <cp:lastModifiedBy>Behzad Khajavi</cp:lastModifiedBy>
  <cp:revision>2</cp:revision>
  <dcterms:created xsi:type="dcterms:W3CDTF">2021-01-15T21:53:51Z</dcterms:created>
  <dcterms:modified xsi:type="dcterms:W3CDTF">2026-03-25T16:40:58Z</dcterms:modified>
</cp:coreProperties>
</file>